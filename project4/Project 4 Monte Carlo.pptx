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4"/>
  </p:sldMasterIdLst>
  <p:notesMasterIdLst>
    <p:notesMasterId r:id="rId14"/>
  </p:notesMasterIdLst>
  <p:sldIdLst>
    <p:sldId id="256" r:id="rId5"/>
    <p:sldId id="257" r:id="rId6"/>
    <p:sldId id="258" r:id="rId7"/>
    <p:sldId id="259" r:id="rId8"/>
    <p:sldId id="262" r:id="rId9"/>
    <p:sldId id="260" r:id="rId10"/>
    <p:sldId id="261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53D813-D967-4958-9FB8-55ECB1A2C061}" v="271" dt="2025-11-28T12:51:44.6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5036" autoAdjust="0"/>
  </p:normalViewPr>
  <p:slideViewPr>
    <p:cSldViewPr snapToGrid="0">
      <p:cViewPr varScale="1">
        <p:scale>
          <a:sx n="63" d="100"/>
          <a:sy n="63" d="100"/>
        </p:scale>
        <p:origin x="80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rgrim Odde" userId="263d2d9e-d662-4ecd-84e3-6377197a8522" providerId="ADAL" clId="{F19F3179-E777-480F-BD2C-D9A8F24E3506}"/>
    <pc:docChg chg="undo custSel addSld delSld modSld">
      <pc:chgData name="Torgrim Odde" userId="263d2d9e-d662-4ecd-84e3-6377197a8522" providerId="ADAL" clId="{F19F3179-E777-480F-BD2C-D9A8F24E3506}" dt="2025-11-28T12:52:42.496" v="3737" actId="313"/>
      <pc:docMkLst>
        <pc:docMk/>
      </pc:docMkLst>
      <pc:sldChg chg="modSp mod modNotesTx">
        <pc:chgData name="Torgrim Odde" userId="263d2d9e-d662-4ecd-84e3-6377197a8522" providerId="ADAL" clId="{F19F3179-E777-480F-BD2C-D9A8F24E3506}" dt="2025-11-28T10:21:52.903" v="98" actId="20577"/>
        <pc:sldMkLst>
          <pc:docMk/>
          <pc:sldMk cId="974668571" sldId="256"/>
        </pc:sldMkLst>
        <pc:spChg chg="mod">
          <ac:chgData name="Torgrim Odde" userId="263d2d9e-d662-4ecd-84e3-6377197a8522" providerId="ADAL" clId="{F19F3179-E777-480F-BD2C-D9A8F24E3506}" dt="2025-11-28T10:21:52.903" v="98" actId="20577"/>
          <ac:spMkLst>
            <pc:docMk/>
            <pc:sldMk cId="974668571" sldId="256"/>
            <ac:spMk id="2" creationId="{4665F997-7BA8-D1AE-21E3-8A66EB7AC7E3}"/>
          </ac:spMkLst>
        </pc:spChg>
      </pc:sldChg>
      <pc:sldChg chg="modSp new mod modNotesTx">
        <pc:chgData name="Torgrim Odde" userId="263d2d9e-d662-4ecd-84e3-6377197a8522" providerId="ADAL" clId="{F19F3179-E777-480F-BD2C-D9A8F24E3506}" dt="2025-11-28T12:36:24.734" v="2732" actId="20577"/>
        <pc:sldMkLst>
          <pc:docMk/>
          <pc:sldMk cId="475410209" sldId="257"/>
        </pc:sldMkLst>
        <pc:spChg chg="mod">
          <ac:chgData name="Torgrim Odde" userId="263d2d9e-d662-4ecd-84e3-6377197a8522" providerId="ADAL" clId="{F19F3179-E777-480F-BD2C-D9A8F24E3506}" dt="2025-11-28T10:21:12.144" v="77" actId="20577"/>
          <ac:spMkLst>
            <pc:docMk/>
            <pc:sldMk cId="475410209" sldId="257"/>
            <ac:spMk id="2" creationId="{E9E7E2E7-45DB-F5D7-BBC9-1877FF3CFD57}"/>
          </ac:spMkLst>
        </pc:spChg>
        <pc:spChg chg="mod">
          <ac:chgData name="Torgrim Odde" userId="263d2d9e-d662-4ecd-84e3-6377197a8522" providerId="ADAL" clId="{F19F3179-E777-480F-BD2C-D9A8F24E3506}" dt="2025-11-28T12:36:24.734" v="2732" actId="20577"/>
          <ac:spMkLst>
            <pc:docMk/>
            <pc:sldMk cId="475410209" sldId="257"/>
            <ac:spMk id="3" creationId="{B23252EE-EC5F-074F-DA44-2F7D4EEB4860}"/>
          </ac:spMkLst>
        </pc:spChg>
      </pc:sldChg>
      <pc:sldChg chg="del">
        <pc:chgData name="Torgrim Odde" userId="263d2d9e-d662-4ecd-84e3-6377197a8522" providerId="ADAL" clId="{F19F3179-E777-480F-BD2C-D9A8F24E3506}" dt="2025-11-28T10:18:21.113" v="11" actId="47"/>
        <pc:sldMkLst>
          <pc:docMk/>
          <pc:sldMk cId="2028096766" sldId="257"/>
        </pc:sldMkLst>
      </pc:sldChg>
      <pc:sldChg chg="modSp new mod modNotesTx">
        <pc:chgData name="Torgrim Odde" userId="263d2d9e-d662-4ecd-84e3-6377197a8522" providerId="ADAL" clId="{F19F3179-E777-480F-BD2C-D9A8F24E3506}" dt="2025-11-28T12:18:56.717" v="1227" actId="20577"/>
        <pc:sldMkLst>
          <pc:docMk/>
          <pc:sldMk cId="471577477" sldId="258"/>
        </pc:sldMkLst>
        <pc:spChg chg="mod">
          <ac:chgData name="Torgrim Odde" userId="263d2d9e-d662-4ecd-84e3-6377197a8522" providerId="ADAL" clId="{F19F3179-E777-480F-BD2C-D9A8F24E3506}" dt="2025-11-28T10:27:31.688" v="618" actId="20577"/>
          <ac:spMkLst>
            <pc:docMk/>
            <pc:sldMk cId="471577477" sldId="258"/>
            <ac:spMk id="2" creationId="{0E988F04-0BFD-A8D8-12D1-141D2AD43ACC}"/>
          </ac:spMkLst>
        </pc:spChg>
        <pc:spChg chg="mod">
          <ac:chgData name="Torgrim Odde" userId="263d2d9e-d662-4ecd-84e3-6377197a8522" providerId="ADAL" clId="{F19F3179-E777-480F-BD2C-D9A8F24E3506}" dt="2025-11-28T12:17:45.257" v="995" actId="20577"/>
          <ac:spMkLst>
            <pc:docMk/>
            <pc:sldMk cId="471577477" sldId="258"/>
            <ac:spMk id="3" creationId="{FA87EBFE-09AD-23FF-96FB-1C0BD372F3D1}"/>
          </ac:spMkLst>
        </pc:spChg>
      </pc:sldChg>
      <pc:sldChg chg="addSp delSp modSp new mod setBg modNotesTx">
        <pc:chgData name="Torgrim Odde" userId="263d2d9e-d662-4ecd-84e3-6377197a8522" providerId="ADAL" clId="{F19F3179-E777-480F-BD2C-D9A8F24E3506}" dt="2025-11-28T12:44:24.535" v="3275" actId="1076"/>
        <pc:sldMkLst>
          <pc:docMk/>
          <pc:sldMk cId="2165126355" sldId="259"/>
        </pc:sldMkLst>
        <pc:spChg chg="mod">
          <ac:chgData name="Torgrim Odde" userId="263d2d9e-d662-4ecd-84e3-6377197a8522" providerId="ADAL" clId="{F19F3179-E777-480F-BD2C-D9A8F24E3506}" dt="2025-11-28T12:41:18.414" v="3230" actId="20577"/>
          <ac:spMkLst>
            <pc:docMk/>
            <pc:sldMk cId="2165126355" sldId="259"/>
            <ac:spMk id="2" creationId="{657D3EF3-0F8A-B61C-FB15-17A38D568E86}"/>
          </ac:spMkLst>
        </pc:spChg>
        <pc:spChg chg="mod">
          <ac:chgData name="Torgrim Odde" userId="263d2d9e-d662-4ecd-84e3-6377197a8522" providerId="ADAL" clId="{F19F3179-E777-480F-BD2C-D9A8F24E3506}" dt="2025-11-28T12:43:50.318" v="3262" actId="20577"/>
          <ac:spMkLst>
            <pc:docMk/>
            <pc:sldMk cId="2165126355" sldId="259"/>
            <ac:spMk id="3" creationId="{DA2325B8-FD9C-829B-0008-129A9C16C0D7}"/>
          </ac:spMkLst>
        </pc:spChg>
        <pc:spChg chg="mod ord">
          <ac:chgData name="Torgrim Odde" userId="263d2d9e-d662-4ecd-84e3-6377197a8522" providerId="ADAL" clId="{F19F3179-E777-480F-BD2C-D9A8F24E3506}" dt="2025-11-28T12:25:21.357" v="1815" actId="26606"/>
          <ac:spMkLst>
            <pc:docMk/>
            <pc:sldMk cId="2165126355" sldId="259"/>
            <ac:spMk id="4" creationId="{92FBE9E5-834C-2178-0EA5-693B3C01FFC0}"/>
          </ac:spMkLst>
        </pc:spChg>
        <pc:spChg chg="add del">
          <ac:chgData name="Torgrim Odde" userId="263d2d9e-d662-4ecd-84e3-6377197a8522" providerId="ADAL" clId="{F19F3179-E777-480F-BD2C-D9A8F24E3506}" dt="2025-11-28T12:25:21.357" v="1815" actId="26606"/>
          <ac:spMkLst>
            <pc:docMk/>
            <pc:sldMk cId="2165126355" sldId="259"/>
            <ac:spMk id="1033" creationId="{A3B168A7-66FE-4359-9866-CBB841A729E6}"/>
          </ac:spMkLst>
        </pc:spChg>
        <pc:spChg chg="add del">
          <ac:chgData name="Torgrim Odde" userId="263d2d9e-d662-4ecd-84e3-6377197a8522" providerId="ADAL" clId="{F19F3179-E777-480F-BD2C-D9A8F24E3506}" dt="2025-11-28T12:25:15.670" v="1813" actId="26606"/>
          <ac:spMkLst>
            <pc:docMk/>
            <pc:sldMk cId="2165126355" sldId="259"/>
            <ac:spMk id="1040" creationId="{DB5C2445-A2BD-4CBE-922B-C487E1DF659D}"/>
          </ac:spMkLst>
        </pc:spChg>
        <pc:spChg chg="add del">
          <ac:chgData name="Torgrim Odde" userId="263d2d9e-d662-4ecd-84e3-6377197a8522" providerId="ADAL" clId="{F19F3179-E777-480F-BD2C-D9A8F24E3506}" dt="2025-11-28T12:25:21.357" v="1815" actId="26606"/>
          <ac:spMkLst>
            <pc:docMk/>
            <pc:sldMk cId="2165126355" sldId="259"/>
            <ac:spMk id="1044" creationId="{030AC80F-8E82-48C9-A5FA-56D476389C2E}"/>
          </ac:spMkLst>
        </pc:spChg>
        <pc:picChg chg="add mod">
          <ac:chgData name="Torgrim Odde" userId="263d2d9e-d662-4ecd-84e3-6377197a8522" providerId="ADAL" clId="{F19F3179-E777-480F-BD2C-D9A8F24E3506}" dt="2025-11-28T12:44:24.535" v="3275" actId="1076"/>
          <ac:picMkLst>
            <pc:docMk/>
            <pc:sldMk cId="2165126355" sldId="259"/>
            <ac:picMk id="6" creationId="{78E82199-980B-4E75-E2B3-7E59A9267F08}"/>
          </ac:picMkLst>
        </pc:picChg>
        <pc:picChg chg="add mod">
          <ac:chgData name="Torgrim Odde" userId="263d2d9e-d662-4ecd-84e3-6377197a8522" providerId="ADAL" clId="{F19F3179-E777-480F-BD2C-D9A8F24E3506}" dt="2025-11-28T12:44:16.913" v="3274" actId="1076"/>
          <ac:picMkLst>
            <pc:docMk/>
            <pc:sldMk cId="2165126355" sldId="259"/>
            <ac:picMk id="8" creationId="{CA1647E0-A405-05DF-E082-4D1417C022B6}"/>
          </ac:picMkLst>
        </pc:picChg>
        <pc:picChg chg="add mod ord">
          <ac:chgData name="Torgrim Odde" userId="263d2d9e-d662-4ecd-84e3-6377197a8522" providerId="ADAL" clId="{F19F3179-E777-480F-BD2C-D9A8F24E3506}" dt="2025-11-28T12:43:58.612" v="3272" actId="1037"/>
          <ac:picMkLst>
            <pc:docMk/>
            <pc:sldMk cId="2165126355" sldId="259"/>
            <ac:picMk id="1026" creationId="{CF42F048-3B4F-5ADC-ABE7-699B0E4B0EA0}"/>
          </ac:picMkLst>
        </pc:picChg>
        <pc:picChg chg="add mod">
          <ac:chgData name="Torgrim Odde" userId="263d2d9e-d662-4ecd-84e3-6377197a8522" providerId="ADAL" clId="{F19F3179-E777-480F-BD2C-D9A8F24E3506}" dt="2025-11-28T12:43:39.649" v="3256" actId="1076"/>
          <ac:picMkLst>
            <pc:docMk/>
            <pc:sldMk cId="2165126355" sldId="259"/>
            <ac:picMk id="1028" creationId="{F8CB21D0-765E-CF92-D4A5-D081981E7921}"/>
          </ac:picMkLst>
        </pc:picChg>
        <pc:picChg chg="add del mod ord">
          <ac:chgData name="Torgrim Odde" userId="263d2d9e-d662-4ecd-84e3-6377197a8522" providerId="ADAL" clId="{F19F3179-E777-480F-BD2C-D9A8F24E3506}" dt="2025-11-28T12:41:24.219" v="3235" actId="21"/>
          <ac:picMkLst>
            <pc:docMk/>
            <pc:sldMk cId="2165126355" sldId="259"/>
            <ac:picMk id="1030" creationId="{F90CA958-72B6-C731-D6BF-CE6DB873E706}"/>
          </ac:picMkLst>
        </pc:picChg>
        <pc:picChg chg="add del mod ord">
          <ac:chgData name="Torgrim Odde" userId="263d2d9e-d662-4ecd-84e3-6377197a8522" providerId="ADAL" clId="{F19F3179-E777-480F-BD2C-D9A8F24E3506}" dt="2025-11-28T12:41:24.219" v="3235" actId="21"/>
          <ac:picMkLst>
            <pc:docMk/>
            <pc:sldMk cId="2165126355" sldId="259"/>
            <ac:picMk id="1032" creationId="{BEA7DAF9-8A5C-7AC2-B4A1-92808BE2C600}"/>
          </ac:picMkLst>
        </pc:picChg>
        <pc:cxnChg chg="add del">
          <ac:chgData name="Torgrim Odde" userId="263d2d9e-d662-4ecd-84e3-6377197a8522" providerId="ADAL" clId="{F19F3179-E777-480F-BD2C-D9A8F24E3506}" dt="2025-11-28T12:25:06.246" v="1812" actId="26606"/>
          <ac:cxnSpMkLst>
            <pc:docMk/>
            <pc:sldMk cId="2165126355" sldId="259"/>
            <ac:cxnSpMk id="1035" creationId="{E55FB8EA-5471-4074-88CA-98AA3AD98101}"/>
          </ac:cxnSpMkLst>
        </pc:cxnChg>
        <pc:cxnChg chg="del">
          <ac:chgData name="Torgrim Odde" userId="263d2d9e-d662-4ecd-84e3-6377197a8522" providerId="ADAL" clId="{F19F3179-E777-480F-BD2C-D9A8F24E3506}" dt="2025-11-28T12:25:15.670" v="1813" actId="26606"/>
          <ac:cxnSpMkLst>
            <pc:docMk/>
            <pc:sldMk cId="2165126355" sldId="259"/>
            <ac:cxnSpMk id="1042" creationId="{F0748755-DDBC-46D0-91EC-1212A8EE2B40}"/>
          </ac:cxnSpMkLst>
        </pc:cxnChg>
        <pc:cxnChg chg="add del">
          <ac:chgData name="Torgrim Odde" userId="263d2d9e-d662-4ecd-84e3-6377197a8522" providerId="ADAL" clId="{F19F3179-E777-480F-BD2C-D9A8F24E3506}" dt="2025-11-28T12:25:21.357" v="1815" actId="26606"/>
          <ac:cxnSpMkLst>
            <pc:docMk/>
            <pc:sldMk cId="2165126355" sldId="259"/>
            <ac:cxnSpMk id="1045" creationId="{F0748755-DDBC-46D0-91EC-1212A8EE2B40}"/>
          </ac:cxnSpMkLst>
        </pc:cxnChg>
      </pc:sldChg>
      <pc:sldChg chg="addSp delSp modSp new mod setBg modNotesTx">
        <pc:chgData name="Torgrim Odde" userId="263d2d9e-d662-4ecd-84e3-6377197a8522" providerId="ADAL" clId="{F19F3179-E777-480F-BD2C-D9A8F24E3506}" dt="2025-11-28T12:48:29.855" v="3523" actId="20577"/>
        <pc:sldMkLst>
          <pc:docMk/>
          <pc:sldMk cId="2360883750" sldId="260"/>
        </pc:sldMkLst>
        <pc:spChg chg="mod">
          <ac:chgData name="Torgrim Odde" userId="263d2d9e-d662-4ecd-84e3-6377197a8522" providerId="ADAL" clId="{F19F3179-E777-480F-BD2C-D9A8F24E3506}" dt="2025-11-28T12:31:54.579" v="2109" actId="26606"/>
          <ac:spMkLst>
            <pc:docMk/>
            <pc:sldMk cId="2360883750" sldId="260"/>
            <ac:spMk id="2" creationId="{EC3F5750-6EA3-19D7-87D3-F1E54E614F57}"/>
          </ac:spMkLst>
        </pc:spChg>
        <pc:spChg chg="mod">
          <ac:chgData name="Torgrim Odde" userId="263d2d9e-d662-4ecd-84e3-6377197a8522" providerId="ADAL" clId="{F19F3179-E777-480F-BD2C-D9A8F24E3506}" dt="2025-11-28T12:31:54.579" v="2109" actId="26606"/>
          <ac:spMkLst>
            <pc:docMk/>
            <pc:sldMk cId="2360883750" sldId="260"/>
            <ac:spMk id="3" creationId="{B148BAFB-F64D-FC96-D0C1-DED973EA3D4E}"/>
          </ac:spMkLst>
        </pc:spChg>
        <pc:spChg chg="mod ord">
          <ac:chgData name="Torgrim Odde" userId="263d2d9e-d662-4ecd-84e3-6377197a8522" providerId="ADAL" clId="{F19F3179-E777-480F-BD2C-D9A8F24E3506}" dt="2025-11-28T12:31:54.579" v="2109" actId="26606"/>
          <ac:spMkLst>
            <pc:docMk/>
            <pc:sldMk cId="2360883750" sldId="260"/>
            <ac:spMk id="4" creationId="{7462E810-3705-9D59-1924-66B2E5EA506C}"/>
          </ac:spMkLst>
        </pc:spChg>
        <pc:spChg chg="add del">
          <ac:chgData name="Torgrim Odde" userId="263d2d9e-d662-4ecd-84e3-6377197a8522" providerId="ADAL" clId="{F19F3179-E777-480F-BD2C-D9A8F24E3506}" dt="2025-11-28T12:31:44.684" v="2104" actId="26606"/>
          <ac:spMkLst>
            <pc:docMk/>
            <pc:sldMk cId="2360883750" sldId="260"/>
            <ac:spMk id="2057" creationId="{561B1731-39D9-4145-8343-C209E1F09BC7}"/>
          </ac:spMkLst>
        </pc:spChg>
        <pc:spChg chg="add del">
          <ac:chgData name="Torgrim Odde" userId="263d2d9e-d662-4ecd-84e3-6377197a8522" providerId="ADAL" clId="{F19F3179-E777-480F-BD2C-D9A8F24E3506}" dt="2025-11-28T12:31:48.821" v="2106" actId="26606"/>
          <ac:spMkLst>
            <pc:docMk/>
            <pc:sldMk cId="2360883750" sldId="260"/>
            <ac:spMk id="2061" creationId="{A3B168A7-66FE-4359-9866-CBB841A729E6}"/>
          </ac:spMkLst>
        </pc:spChg>
        <pc:spChg chg="add del">
          <ac:chgData name="Torgrim Odde" userId="263d2d9e-d662-4ecd-84e3-6377197a8522" providerId="ADAL" clId="{F19F3179-E777-480F-BD2C-D9A8F24E3506}" dt="2025-11-28T12:31:54.532" v="2108" actId="26606"/>
          <ac:spMkLst>
            <pc:docMk/>
            <pc:sldMk cId="2360883750" sldId="260"/>
            <ac:spMk id="2064" creationId="{561B1731-39D9-4145-8343-C209E1F09BC7}"/>
          </ac:spMkLst>
        </pc:spChg>
        <pc:spChg chg="add">
          <ac:chgData name="Torgrim Odde" userId="263d2d9e-d662-4ecd-84e3-6377197a8522" providerId="ADAL" clId="{F19F3179-E777-480F-BD2C-D9A8F24E3506}" dt="2025-11-28T12:31:54.579" v="2109" actId="26606"/>
          <ac:spMkLst>
            <pc:docMk/>
            <pc:sldMk cId="2360883750" sldId="260"/>
            <ac:spMk id="2067" creationId="{A3B168A7-66FE-4359-9866-CBB841A729E6}"/>
          </ac:spMkLst>
        </pc:spChg>
        <pc:picChg chg="add mod">
          <ac:chgData name="Torgrim Odde" userId="263d2d9e-d662-4ecd-84e3-6377197a8522" providerId="ADAL" clId="{F19F3179-E777-480F-BD2C-D9A8F24E3506}" dt="2025-11-28T12:47:51.408" v="3457" actId="14100"/>
          <ac:picMkLst>
            <pc:docMk/>
            <pc:sldMk cId="2360883750" sldId="260"/>
            <ac:picMk id="6" creationId="{B46C5A0A-53D6-AC89-A553-6768C4B427A6}"/>
          </ac:picMkLst>
        </pc:picChg>
        <pc:picChg chg="add mod ord">
          <ac:chgData name="Torgrim Odde" userId="263d2d9e-d662-4ecd-84e3-6377197a8522" providerId="ADAL" clId="{F19F3179-E777-480F-BD2C-D9A8F24E3506}" dt="2025-11-28T12:46:53.118" v="3405" actId="14100"/>
          <ac:picMkLst>
            <pc:docMk/>
            <pc:sldMk cId="2360883750" sldId="260"/>
            <ac:picMk id="2050" creationId="{9BFA488A-53B4-FA8C-C618-F1185C4D1271}"/>
          </ac:picMkLst>
        </pc:picChg>
        <pc:picChg chg="add mod">
          <ac:chgData name="Torgrim Odde" userId="263d2d9e-d662-4ecd-84e3-6377197a8522" providerId="ADAL" clId="{F19F3179-E777-480F-BD2C-D9A8F24E3506}" dt="2025-11-28T12:46:49.606" v="3404" actId="14100"/>
          <ac:picMkLst>
            <pc:docMk/>
            <pc:sldMk cId="2360883750" sldId="260"/>
            <ac:picMk id="2052" creationId="{A083032F-308E-4E6A-6628-1A7D714D7762}"/>
          </ac:picMkLst>
        </pc:picChg>
        <pc:cxnChg chg="add del">
          <ac:chgData name="Torgrim Odde" userId="263d2d9e-d662-4ecd-84e3-6377197a8522" providerId="ADAL" clId="{F19F3179-E777-480F-BD2C-D9A8F24E3506}" dt="2025-11-28T12:31:44.684" v="2104" actId="26606"/>
          <ac:cxnSpMkLst>
            <pc:docMk/>
            <pc:sldMk cId="2360883750" sldId="260"/>
            <ac:cxnSpMk id="2059" creationId="{F0748755-DDBC-46D0-91EC-1212A8EE2B40}"/>
          </ac:cxnSpMkLst>
        </pc:cxnChg>
        <pc:cxnChg chg="add del">
          <ac:chgData name="Torgrim Odde" userId="263d2d9e-d662-4ecd-84e3-6377197a8522" providerId="ADAL" clId="{F19F3179-E777-480F-BD2C-D9A8F24E3506}" dt="2025-11-28T12:31:48.821" v="2106" actId="26606"/>
          <ac:cxnSpMkLst>
            <pc:docMk/>
            <pc:sldMk cId="2360883750" sldId="260"/>
            <ac:cxnSpMk id="2062" creationId="{E55FB8EA-5471-4074-88CA-98AA3AD98101}"/>
          </ac:cxnSpMkLst>
        </pc:cxnChg>
        <pc:cxnChg chg="add del">
          <ac:chgData name="Torgrim Odde" userId="263d2d9e-d662-4ecd-84e3-6377197a8522" providerId="ADAL" clId="{F19F3179-E777-480F-BD2C-D9A8F24E3506}" dt="2025-11-28T12:31:54.532" v="2108" actId="26606"/>
          <ac:cxnSpMkLst>
            <pc:docMk/>
            <pc:sldMk cId="2360883750" sldId="260"/>
            <ac:cxnSpMk id="2065" creationId="{F0748755-DDBC-46D0-91EC-1212A8EE2B40}"/>
          </ac:cxnSpMkLst>
        </pc:cxnChg>
        <pc:cxnChg chg="add">
          <ac:chgData name="Torgrim Odde" userId="263d2d9e-d662-4ecd-84e3-6377197a8522" providerId="ADAL" clId="{F19F3179-E777-480F-BD2C-D9A8F24E3506}" dt="2025-11-28T12:31:54.579" v="2109" actId="26606"/>
          <ac:cxnSpMkLst>
            <pc:docMk/>
            <pc:sldMk cId="2360883750" sldId="260"/>
            <ac:cxnSpMk id="2068" creationId="{E55FB8EA-5471-4074-88CA-98AA3AD98101}"/>
          </ac:cxnSpMkLst>
        </pc:cxnChg>
      </pc:sldChg>
      <pc:sldChg chg="addSp delSp modSp new mod setBg modNotesTx">
        <pc:chgData name="Torgrim Odde" userId="263d2d9e-d662-4ecd-84e3-6377197a8522" providerId="ADAL" clId="{F19F3179-E777-480F-BD2C-D9A8F24E3506}" dt="2025-11-28T12:39:11.537" v="3173" actId="1076"/>
        <pc:sldMkLst>
          <pc:docMk/>
          <pc:sldMk cId="524853245" sldId="261"/>
        </pc:sldMkLst>
        <pc:spChg chg="mod">
          <ac:chgData name="Torgrim Odde" userId="263d2d9e-d662-4ecd-84e3-6377197a8522" providerId="ADAL" clId="{F19F3179-E777-480F-BD2C-D9A8F24E3506}" dt="2025-11-28T12:39:03.660" v="3169" actId="26606"/>
          <ac:spMkLst>
            <pc:docMk/>
            <pc:sldMk cId="524853245" sldId="261"/>
            <ac:spMk id="2" creationId="{F8237687-85F0-51E0-5970-A5A04DAB2F7E}"/>
          </ac:spMkLst>
        </pc:spChg>
        <pc:spChg chg="mod">
          <ac:chgData name="Torgrim Odde" userId="263d2d9e-d662-4ecd-84e3-6377197a8522" providerId="ADAL" clId="{F19F3179-E777-480F-BD2C-D9A8F24E3506}" dt="2025-11-28T12:39:05.374" v="3171" actId="5793"/>
          <ac:spMkLst>
            <pc:docMk/>
            <pc:sldMk cId="524853245" sldId="261"/>
            <ac:spMk id="3" creationId="{D26CF12E-CC4A-E135-C441-1322D4FD175C}"/>
          </ac:spMkLst>
        </pc:spChg>
        <pc:spChg chg="mod ord">
          <ac:chgData name="Torgrim Odde" userId="263d2d9e-d662-4ecd-84e3-6377197a8522" providerId="ADAL" clId="{F19F3179-E777-480F-BD2C-D9A8F24E3506}" dt="2025-11-28T12:39:03.660" v="3169" actId="26606"/>
          <ac:spMkLst>
            <pc:docMk/>
            <pc:sldMk cId="524853245" sldId="261"/>
            <ac:spMk id="4" creationId="{1BB02025-D278-8D1B-372B-069CEB9882F2}"/>
          </ac:spMkLst>
        </pc:spChg>
        <pc:spChg chg="add">
          <ac:chgData name="Torgrim Odde" userId="263d2d9e-d662-4ecd-84e3-6377197a8522" providerId="ADAL" clId="{F19F3179-E777-480F-BD2C-D9A8F24E3506}" dt="2025-11-28T12:39:03.660" v="3169" actId="26606"/>
          <ac:spMkLst>
            <pc:docMk/>
            <pc:sldMk cId="524853245" sldId="261"/>
            <ac:spMk id="3076" creationId="{A3B168A7-66FE-4359-9866-CBB841A729E6}"/>
          </ac:spMkLst>
        </pc:spChg>
        <pc:spChg chg="add del">
          <ac:chgData name="Torgrim Odde" userId="263d2d9e-d662-4ecd-84e3-6377197a8522" providerId="ADAL" clId="{F19F3179-E777-480F-BD2C-D9A8F24E3506}" dt="2025-11-28T12:39:01.732" v="3168" actId="26606"/>
          <ac:spMkLst>
            <pc:docMk/>
            <pc:sldMk cId="524853245" sldId="261"/>
            <ac:spMk id="3079" creationId="{A3B168A7-66FE-4359-9866-CBB841A729E6}"/>
          </ac:spMkLst>
        </pc:spChg>
        <pc:picChg chg="add mod">
          <ac:chgData name="Torgrim Odde" userId="263d2d9e-d662-4ecd-84e3-6377197a8522" providerId="ADAL" clId="{F19F3179-E777-480F-BD2C-D9A8F24E3506}" dt="2025-11-28T12:39:11.537" v="3173" actId="1076"/>
          <ac:picMkLst>
            <pc:docMk/>
            <pc:sldMk cId="524853245" sldId="261"/>
            <ac:picMk id="3074" creationId="{2ACD6DA8-7053-D993-1EF9-C6AEACEECB9F}"/>
          </ac:picMkLst>
        </pc:picChg>
        <pc:cxnChg chg="add">
          <ac:chgData name="Torgrim Odde" userId="263d2d9e-d662-4ecd-84e3-6377197a8522" providerId="ADAL" clId="{F19F3179-E777-480F-BD2C-D9A8F24E3506}" dt="2025-11-28T12:39:03.660" v="3169" actId="26606"/>
          <ac:cxnSpMkLst>
            <pc:docMk/>
            <pc:sldMk cId="524853245" sldId="261"/>
            <ac:cxnSpMk id="3077" creationId="{F0748755-DDBC-46D0-91EC-1212A8EE2B40}"/>
          </ac:cxnSpMkLst>
        </pc:cxnChg>
        <pc:cxnChg chg="add del">
          <ac:chgData name="Torgrim Odde" userId="263d2d9e-d662-4ecd-84e3-6377197a8522" providerId="ADAL" clId="{F19F3179-E777-480F-BD2C-D9A8F24E3506}" dt="2025-11-28T12:39:01.732" v="3168" actId="26606"/>
          <ac:cxnSpMkLst>
            <pc:docMk/>
            <pc:sldMk cId="524853245" sldId="261"/>
            <ac:cxnSpMk id="3081" creationId="{F0748755-DDBC-46D0-91EC-1212A8EE2B40}"/>
          </ac:cxnSpMkLst>
        </pc:cxnChg>
      </pc:sldChg>
      <pc:sldChg chg="addSp delSp modSp new mod modNotesTx">
        <pc:chgData name="Torgrim Odde" userId="263d2d9e-d662-4ecd-84e3-6377197a8522" providerId="ADAL" clId="{F19F3179-E777-480F-BD2C-D9A8F24E3506}" dt="2025-11-28T12:46:27.635" v="3401" actId="5793"/>
        <pc:sldMkLst>
          <pc:docMk/>
          <pc:sldMk cId="713507754" sldId="262"/>
        </pc:sldMkLst>
        <pc:spChg chg="mod">
          <ac:chgData name="Torgrim Odde" userId="263d2d9e-d662-4ecd-84e3-6377197a8522" providerId="ADAL" clId="{F19F3179-E777-480F-BD2C-D9A8F24E3506}" dt="2025-11-28T12:41:13.722" v="3223" actId="20577"/>
          <ac:spMkLst>
            <pc:docMk/>
            <pc:sldMk cId="713507754" sldId="262"/>
            <ac:spMk id="2" creationId="{A2B0D557-FDFE-E0A2-994F-078BA5A0BE1A}"/>
          </ac:spMkLst>
        </pc:spChg>
        <pc:spChg chg="del mod">
          <ac:chgData name="Torgrim Odde" userId="263d2d9e-d662-4ecd-84e3-6377197a8522" providerId="ADAL" clId="{F19F3179-E777-480F-BD2C-D9A8F24E3506}" dt="2025-11-28T12:44:37.731" v="3278" actId="478"/>
          <ac:spMkLst>
            <pc:docMk/>
            <pc:sldMk cId="713507754" sldId="262"/>
            <ac:spMk id="3" creationId="{8874C0FC-4F6F-AB36-BDB2-460B023DAE60}"/>
          </ac:spMkLst>
        </pc:spChg>
        <pc:picChg chg="add mod">
          <ac:chgData name="Torgrim Odde" userId="263d2d9e-d662-4ecd-84e3-6377197a8522" providerId="ADAL" clId="{F19F3179-E777-480F-BD2C-D9A8F24E3506}" dt="2025-11-28T12:45:55.639" v="3291" actId="1076"/>
          <ac:picMkLst>
            <pc:docMk/>
            <pc:sldMk cId="713507754" sldId="262"/>
            <ac:picMk id="6" creationId="{353F82CA-2724-18E4-9969-AFC1C196F415}"/>
          </ac:picMkLst>
        </pc:picChg>
        <pc:picChg chg="add mod">
          <ac:chgData name="Torgrim Odde" userId="263d2d9e-d662-4ecd-84e3-6377197a8522" providerId="ADAL" clId="{F19F3179-E777-480F-BD2C-D9A8F24E3506}" dt="2025-11-28T12:45:51.059" v="3290" actId="1076"/>
          <ac:picMkLst>
            <pc:docMk/>
            <pc:sldMk cId="713507754" sldId="262"/>
            <ac:picMk id="1030" creationId="{F90CA958-72B6-C731-D6BF-CE6DB873E706}"/>
          </ac:picMkLst>
        </pc:picChg>
        <pc:picChg chg="add mod">
          <ac:chgData name="Torgrim Odde" userId="263d2d9e-d662-4ecd-84e3-6377197a8522" providerId="ADAL" clId="{F19F3179-E777-480F-BD2C-D9A8F24E3506}" dt="2025-11-28T12:45:44.377" v="3289" actId="1076"/>
          <ac:picMkLst>
            <pc:docMk/>
            <pc:sldMk cId="713507754" sldId="262"/>
            <ac:picMk id="1032" creationId="{BEA7DAF9-8A5C-7AC2-B4A1-92808BE2C600}"/>
          </ac:picMkLst>
        </pc:picChg>
      </pc:sldChg>
      <pc:sldChg chg="modSp new mod">
        <pc:chgData name="Torgrim Odde" userId="263d2d9e-d662-4ecd-84e3-6377197a8522" providerId="ADAL" clId="{F19F3179-E777-480F-BD2C-D9A8F24E3506}" dt="2025-11-28T12:50:46.364" v="3596" actId="20577"/>
        <pc:sldMkLst>
          <pc:docMk/>
          <pc:sldMk cId="2039630428" sldId="263"/>
        </pc:sldMkLst>
        <pc:spChg chg="mod">
          <ac:chgData name="Torgrim Odde" userId="263d2d9e-d662-4ecd-84e3-6377197a8522" providerId="ADAL" clId="{F19F3179-E777-480F-BD2C-D9A8F24E3506}" dt="2025-11-28T12:50:34.094" v="3558" actId="20577"/>
          <ac:spMkLst>
            <pc:docMk/>
            <pc:sldMk cId="2039630428" sldId="263"/>
            <ac:spMk id="2" creationId="{BD5A39EE-2ED5-45F7-240E-2C4965A649D7}"/>
          </ac:spMkLst>
        </pc:spChg>
        <pc:spChg chg="mod">
          <ac:chgData name="Torgrim Odde" userId="263d2d9e-d662-4ecd-84e3-6377197a8522" providerId="ADAL" clId="{F19F3179-E777-480F-BD2C-D9A8F24E3506}" dt="2025-11-28T12:50:46.364" v="3596" actId="20577"/>
          <ac:spMkLst>
            <pc:docMk/>
            <pc:sldMk cId="2039630428" sldId="263"/>
            <ac:spMk id="3" creationId="{5D0CDDD2-A7D0-990D-F259-AFDF2599B44B}"/>
          </ac:spMkLst>
        </pc:spChg>
      </pc:sldChg>
      <pc:sldChg chg="del">
        <pc:chgData name="Torgrim Odde" userId="263d2d9e-d662-4ecd-84e3-6377197a8522" providerId="ADAL" clId="{F19F3179-E777-480F-BD2C-D9A8F24E3506}" dt="2025-11-28T10:18:21.648" v="12" actId="47"/>
        <pc:sldMkLst>
          <pc:docMk/>
          <pc:sldMk cId="973795824" sldId="264"/>
        </pc:sldMkLst>
      </pc:sldChg>
      <pc:sldChg chg="modSp new mod">
        <pc:chgData name="Torgrim Odde" userId="263d2d9e-d662-4ecd-84e3-6377197a8522" providerId="ADAL" clId="{F19F3179-E777-480F-BD2C-D9A8F24E3506}" dt="2025-11-28T12:52:42.496" v="3737" actId="313"/>
        <pc:sldMkLst>
          <pc:docMk/>
          <pc:sldMk cId="1394832982" sldId="264"/>
        </pc:sldMkLst>
        <pc:spChg chg="mod">
          <ac:chgData name="Torgrim Odde" userId="263d2d9e-d662-4ecd-84e3-6377197a8522" providerId="ADAL" clId="{F19F3179-E777-480F-BD2C-D9A8F24E3506}" dt="2025-11-28T12:51:05.851" v="3649" actId="20577"/>
          <ac:spMkLst>
            <pc:docMk/>
            <pc:sldMk cId="1394832982" sldId="264"/>
            <ac:spMk id="2" creationId="{21E4F335-4E59-1227-5110-F33D302BF50D}"/>
          </ac:spMkLst>
        </pc:spChg>
        <pc:spChg chg="mod">
          <ac:chgData name="Torgrim Odde" userId="263d2d9e-d662-4ecd-84e3-6377197a8522" providerId="ADAL" clId="{F19F3179-E777-480F-BD2C-D9A8F24E3506}" dt="2025-11-28T12:52:42.496" v="3737" actId="313"/>
          <ac:spMkLst>
            <pc:docMk/>
            <pc:sldMk cId="1394832982" sldId="264"/>
            <ac:spMk id="3" creationId="{ADA3C15E-3FB1-7995-F5B3-3FFC832726EF}"/>
          </ac:spMkLst>
        </pc:spChg>
      </pc:sldChg>
      <pc:sldChg chg="del">
        <pc:chgData name="Torgrim Odde" userId="263d2d9e-d662-4ecd-84e3-6377197a8522" providerId="ADAL" clId="{F19F3179-E777-480F-BD2C-D9A8F24E3506}" dt="2025-11-28T10:18:22.292" v="14" actId="47"/>
        <pc:sldMkLst>
          <pc:docMk/>
          <pc:sldMk cId="726462619" sldId="265"/>
        </pc:sldMkLst>
      </pc:sldChg>
      <pc:sldChg chg="del">
        <pc:chgData name="Torgrim Odde" userId="263d2d9e-d662-4ecd-84e3-6377197a8522" providerId="ADAL" clId="{F19F3179-E777-480F-BD2C-D9A8F24E3506}" dt="2025-11-28T10:18:22.480" v="15" actId="47"/>
        <pc:sldMkLst>
          <pc:docMk/>
          <pc:sldMk cId="1533562257" sldId="266"/>
        </pc:sldMkLst>
      </pc:sldChg>
      <pc:sldChg chg="del">
        <pc:chgData name="Torgrim Odde" userId="263d2d9e-d662-4ecd-84e3-6377197a8522" providerId="ADAL" clId="{F19F3179-E777-480F-BD2C-D9A8F24E3506}" dt="2025-11-28T10:18:22.640" v="16" actId="47"/>
        <pc:sldMkLst>
          <pc:docMk/>
          <pc:sldMk cId="233139722" sldId="267"/>
        </pc:sldMkLst>
      </pc:sldChg>
      <pc:sldChg chg="del">
        <pc:chgData name="Torgrim Odde" userId="263d2d9e-d662-4ecd-84e3-6377197a8522" providerId="ADAL" clId="{F19F3179-E777-480F-BD2C-D9A8F24E3506}" dt="2025-11-28T10:18:22.797" v="17" actId="47"/>
        <pc:sldMkLst>
          <pc:docMk/>
          <pc:sldMk cId="2567844217" sldId="268"/>
        </pc:sldMkLst>
      </pc:sldChg>
      <pc:sldChg chg="del">
        <pc:chgData name="Torgrim Odde" userId="263d2d9e-d662-4ecd-84e3-6377197a8522" providerId="ADAL" clId="{F19F3179-E777-480F-BD2C-D9A8F24E3506}" dt="2025-11-28T10:18:22.972" v="18" actId="47"/>
        <pc:sldMkLst>
          <pc:docMk/>
          <pc:sldMk cId="3891450651" sldId="269"/>
        </pc:sldMkLst>
      </pc:sldChg>
      <pc:sldChg chg="del">
        <pc:chgData name="Torgrim Odde" userId="263d2d9e-d662-4ecd-84e3-6377197a8522" providerId="ADAL" clId="{F19F3179-E777-480F-BD2C-D9A8F24E3506}" dt="2025-11-28T10:18:23.180" v="19" actId="47"/>
        <pc:sldMkLst>
          <pc:docMk/>
          <pc:sldMk cId="987412155" sldId="270"/>
        </pc:sldMkLst>
      </pc:sldChg>
      <pc:sldChg chg="del">
        <pc:chgData name="Torgrim Odde" userId="263d2d9e-d662-4ecd-84e3-6377197a8522" providerId="ADAL" clId="{F19F3179-E777-480F-BD2C-D9A8F24E3506}" dt="2025-11-28T10:18:23.611" v="21" actId="47"/>
        <pc:sldMkLst>
          <pc:docMk/>
          <pc:sldMk cId="1031553334" sldId="271"/>
        </pc:sldMkLst>
      </pc:sldChg>
      <pc:sldChg chg="del">
        <pc:chgData name="Torgrim Odde" userId="263d2d9e-d662-4ecd-84e3-6377197a8522" providerId="ADAL" clId="{F19F3179-E777-480F-BD2C-D9A8F24E3506}" dt="2025-11-28T10:18:23.967" v="23" actId="47"/>
        <pc:sldMkLst>
          <pc:docMk/>
          <pc:sldMk cId="847210152" sldId="272"/>
        </pc:sldMkLst>
      </pc:sldChg>
      <pc:sldChg chg="del">
        <pc:chgData name="Torgrim Odde" userId="263d2d9e-d662-4ecd-84e3-6377197a8522" providerId="ADAL" clId="{F19F3179-E777-480F-BD2C-D9A8F24E3506}" dt="2025-11-28T10:18:24.441" v="25" actId="47"/>
        <pc:sldMkLst>
          <pc:docMk/>
          <pc:sldMk cId="2927373108" sldId="273"/>
        </pc:sldMkLst>
      </pc:sldChg>
      <pc:sldChg chg="del">
        <pc:chgData name="Torgrim Odde" userId="263d2d9e-d662-4ecd-84e3-6377197a8522" providerId="ADAL" clId="{F19F3179-E777-480F-BD2C-D9A8F24E3506}" dt="2025-11-28T10:18:24.900" v="26" actId="47"/>
        <pc:sldMkLst>
          <pc:docMk/>
          <pc:sldMk cId="554394612" sldId="274"/>
        </pc:sldMkLst>
      </pc:sldChg>
      <pc:sldChg chg="del">
        <pc:chgData name="Torgrim Odde" userId="263d2d9e-d662-4ecd-84e3-6377197a8522" providerId="ADAL" clId="{F19F3179-E777-480F-BD2C-D9A8F24E3506}" dt="2025-11-28T10:18:25.192" v="27" actId="47"/>
        <pc:sldMkLst>
          <pc:docMk/>
          <pc:sldMk cId="3419326053" sldId="275"/>
        </pc:sldMkLst>
      </pc:sldChg>
      <pc:sldChg chg="del">
        <pc:chgData name="Torgrim Odde" userId="263d2d9e-d662-4ecd-84e3-6377197a8522" providerId="ADAL" clId="{F19F3179-E777-480F-BD2C-D9A8F24E3506}" dt="2025-11-28T10:18:25.980" v="28" actId="47"/>
        <pc:sldMkLst>
          <pc:docMk/>
          <pc:sldMk cId="1505925696" sldId="276"/>
        </pc:sldMkLst>
      </pc:sldChg>
      <pc:sldChg chg="del">
        <pc:chgData name="Torgrim Odde" userId="263d2d9e-d662-4ecd-84e3-6377197a8522" providerId="ADAL" clId="{F19F3179-E777-480F-BD2C-D9A8F24E3506}" dt="2025-11-28T10:18:23.783" v="22" actId="47"/>
        <pc:sldMkLst>
          <pc:docMk/>
          <pc:sldMk cId="2954372516" sldId="277"/>
        </pc:sldMkLst>
      </pc:sldChg>
      <pc:sldChg chg="del">
        <pc:chgData name="Torgrim Odde" userId="263d2d9e-d662-4ecd-84e3-6377197a8522" providerId="ADAL" clId="{F19F3179-E777-480F-BD2C-D9A8F24E3506}" dt="2025-11-28T10:18:23.445" v="20" actId="47"/>
        <pc:sldMkLst>
          <pc:docMk/>
          <pc:sldMk cId="1499581676" sldId="278"/>
        </pc:sldMkLst>
      </pc:sldChg>
      <pc:sldChg chg="del">
        <pc:chgData name="Torgrim Odde" userId="263d2d9e-d662-4ecd-84e3-6377197a8522" providerId="ADAL" clId="{F19F3179-E777-480F-BD2C-D9A8F24E3506}" dt="2025-11-28T10:18:22.014" v="13" actId="47"/>
        <pc:sldMkLst>
          <pc:docMk/>
          <pc:sldMk cId="1421198222" sldId="279"/>
        </pc:sldMkLst>
      </pc:sldChg>
      <pc:sldChg chg="del">
        <pc:chgData name="Torgrim Odde" userId="263d2d9e-d662-4ecd-84e3-6377197a8522" providerId="ADAL" clId="{F19F3179-E777-480F-BD2C-D9A8F24E3506}" dt="2025-11-28T10:18:24.174" v="24" actId="47"/>
        <pc:sldMkLst>
          <pc:docMk/>
          <pc:sldMk cId="3047324612" sldId="28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Plassholder for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7ED373-BAD1-4F47-AB59-36CCC457D4C9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Plassholder for nota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en-US"/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A439AA-4617-4627-B5F6-FFD7862B7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898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start, Malvin will cover the second part and conclude our project 4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2265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exercise 1, we apply Monte Carlo methods to model uncertainty in mixing tank systems.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exercise consists of three parts where we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Look at a single tank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Look at three interconnected tanks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Compare Monte Carlo and deterministic ODE solutions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8099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start with a perfectly mixed single tank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governing equation comes from a standard mass balance, and the solution is exponential decay toward the steady-state determined by inflow concentration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9433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Monte Carlo is used to propagate parameter uncertainty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Option 1: each run has fixed parameters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Option 2: flow rates vary dynamically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What we can see from the plot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Both means closely follow the analytical decay (purely exponential), showing robustness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The key difference lie in the standard deviations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33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Code snippet highlights the change from option 1 to option 2, and how we now use time-varying Q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Option 1: Divergence between runs due to different decay rates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Option 2: Smoother, smaller variability because randomness does not occur</a:t>
            </a:r>
          </a:p>
          <a:p>
            <a:endParaRPr lang="en-US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432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extend the same principle as for the 1 tank system but we introduce transport between the tanks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code snippet shows the idea behind how information flows between the three tanks </a:t>
            </a:r>
            <a:r>
              <a:rPr lang="en-US"/>
              <a:t>(downstream)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From the mean concentration plot we see that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Tank 1 decays rapidly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Tank 2 peaks later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Tank 3 peaks the latest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All tanks eventually exponentially decay toward 0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Uncertainty </a:t>
            </a:r>
            <a:r>
              <a:rPr lang="en-US" dirty="0" err="1"/>
              <a:t>propogates</a:t>
            </a:r>
            <a:r>
              <a:rPr lang="en-US" dirty="0"/>
              <a:t> </a:t>
            </a:r>
            <a:r>
              <a:rPr lang="en-US" dirty="0" err="1"/>
              <a:t>downstram</a:t>
            </a: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Variability in tank 1 is inherited in tank 2 and amplifies its dynamics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Variability in tank 2 is inherited in tank 3 and amplifies its dynamics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Tank 3 shows the latest and widest uncertainty peak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2439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deterministic ODE system using average parameters matches Monte Carlo group mean almost perfectly (visually)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This show the stochastic implementation is unbiased and numerically consistent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Deterministic ODEs give the expected trajectory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Monte Carlo reveals uncertainty around that trajectory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89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83D70-91AA-429A-BD57-1CB6792B30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136" y="1078030"/>
            <a:ext cx="9288096" cy="2956718"/>
          </a:xfrm>
        </p:spPr>
        <p:txBody>
          <a:bodyPr anchor="t">
            <a:noAutofit/>
          </a:bodyPr>
          <a:lstStyle>
            <a:lvl1pPr algn="l">
              <a:defRPr sz="66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136" y="4455621"/>
            <a:ext cx="9288096" cy="1435331"/>
          </a:xfrm>
        </p:spPr>
        <p:txBody>
          <a:bodyPr>
            <a:normAutofit/>
          </a:bodyPr>
          <a:lstStyle>
            <a:lvl1pPr marL="0" indent="0" algn="l">
              <a:lnSpc>
                <a:spcPct val="12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072EE-51B3-4C0C-A460-4684AB079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1EFC7-1B3C-4B0F-AFC7-781CD6B4747D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422A5-3076-413B-84CB-ED3BA4171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67C68-40D5-477E-9DBC-C28FD4B11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407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39070-70D2-4DD1-A439-155343FE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DE27B-BC99-4A0A-BCFD-ED0A267D9D51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1AB30-CD74-471D-9FA6-ADC0C901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137C4-F19E-4521-8DCB-4E0CF9CA3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8007D-9B1D-4E2C-B38F-29C682099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9127"/>
            <a:ext cx="9272260" cy="3472874"/>
          </a:xfrm>
        </p:spPr>
        <p:txBody>
          <a:bodyPr anchor="t">
            <a:normAutofit/>
          </a:bodyPr>
          <a:lstStyle>
            <a:lvl1pPr>
              <a:defRPr sz="40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0C51B-B525-4032-9D08-2978D7367B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0939" y="4572000"/>
            <a:ext cx="9272262" cy="1320801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08851-4DCC-447C-828A-5F7E66F76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62175-7B16-402E-9E2A-82AFC18A8DE6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94542-CAEF-4D6C-BE6A-BC100F05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BDE40-8468-4051-9703-B751608A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776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BF7AE-3892-4896-8C15-7A35A41EF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6"/>
            <a:ext cx="9890066" cy="129422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D9A26-86F1-4817-B243-4DE63B4F18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82185" y="2440568"/>
            <a:ext cx="4841505" cy="380128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54BF9B-EA16-48C8-96B9-7A66051BE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40568"/>
            <a:ext cx="4806002" cy="38012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2D9F-1FCE-4A1C-996E-DB05777A8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8267C-7252-40EA-A643-356AD4037C13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29E05-3F6C-40BF-9324-118588B6C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BE013-C5C0-4CBD-982E-36F037F73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016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885-5FE5-4407-BE4D-FAD01C40A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84333"/>
            <a:ext cx="9949455" cy="83885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322A77-C134-4857-83E5-51217D3C2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2088" y="1923190"/>
            <a:ext cx="4816475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4ECBFE-C62C-471B-BFE4-1272EAC34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92088" y="2825791"/>
            <a:ext cx="4816475" cy="3363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10AFC6-F407-4F35-BD37-B32F9B403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5482" y="1923190"/>
            <a:ext cx="4824913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8D60D5-0F83-46CB-92F3-849FC08E6E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5482" y="2825791"/>
            <a:ext cx="4824913" cy="3363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5AE694-5CA0-48DA-90D3-EC42BD1D8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3C845-5CAB-4C98-B308-7DC64DC94442}" type="datetime1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40A80D-4CCB-4899-9E1D-A5967F4E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53A9D-469A-4ED9-99A1-7E4B115F8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234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C91E-0A11-4E5D-9B8D-5316E73A2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B8A8D1-71AD-4F9F-B393-9EED83FEF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C57F5-CCCF-4169-9887-C85A6A4A9305}" type="datetime1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E36922-9A4C-453D-9B70-0C3A70281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5AAEF2-65DC-4E28-9AA4-5115ACB07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68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8B02B-A32A-4383-BBC7-0C383390A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C0A02F-ABD3-4941-934D-1D1C21EA3D08}" type="datetime1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FF7E77-47E0-4F9E-9148-8D0C59C0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8005A2-ECF0-4759-A17B-FDECE8068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62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DD4B-5676-477E-8C52-4C1CF160F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4448"/>
            <a:ext cx="3785860" cy="1554362"/>
          </a:xfrm>
        </p:spPr>
        <p:txBody>
          <a:bodyPr anchor="t">
            <a:normAutofit/>
          </a:bodyPr>
          <a:lstStyle>
            <a:lvl1pPr>
              <a:defRPr sz="28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A3E63-EB15-4D82-BF2B-36BB030C4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500" y="922689"/>
            <a:ext cx="5486002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BE994E-BAB7-43DC-A0E4-C779CF2A33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90940" y="2701254"/>
            <a:ext cx="3785860" cy="316773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EFAAA-1B70-42AA-ADCC-F49B58132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C8457-5E11-4F74-9E39-A700DF498CFF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C7B6CC-1C13-4F34-AC86-CCD442C8C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F1B638-9061-41AD-AF47-73A4AF8B7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960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F3C43-1676-4A29-83F9-D788ED2E7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7280"/>
            <a:ext cx="3785860" cy="1559740"/>
          </a:xfrm>
        </p:spPr>
        <p:txBody>
          <a:bodyPr anchor="t">
            <a:normAutofit/>
          </a:bodyPr>
          <a:lstStyle>
            <a:lvl1pPr>
              <a:defRPr sz="28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4A903-97C7-4349-B8CE-1BBED1942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24500" y="1143000"/>
            <a:ext cx="5486400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0A9F58-4AEB-4286-98F7-3C77AA91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90940" y="2697480"/>
            <a:ext cx="3785860" cy="309342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55A58-F085-4500-AF61-045B12C8F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96D06-1C8D-4B9D-9720-486DA66A489C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936470-561D-49AE-AC84-B79D483FD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EF2BE2-DF21-4683-9D5F-849A525FD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62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6C900-05BC-4021-B69F-2DAF974B7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26E227-253A-44A0-9404-1CFD8CE419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F5A02-0FC4-41C8-A13C-4C929B28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36719-8640-4027-924D-33E828541D99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59378-C430-49DB-B2D6-E32FBBCD4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9D57D-CB8E-4E67-AE2D-2790E2AA6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708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2CF945-D70F-49C1-8CE5-5758C11660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82100" y="1091381"/>
            <a:ext cx="2171700" cy="4953369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FDB721-04AA-4330-8045-3F2D9BB4BC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091381"/>
            <a:ext cx="8265340" cy="4953369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18C15-991C-4C71-8DCD-DB3B38888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78F77-05EF-4003-8D2E-60226B47138D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728CC3-5830-4EFA-B28E-1648904DE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A91B6-E419-4483-9B66-3C758788B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E447C6A-78C3-4687-9A71-A05DBF6700DE}"/>
              </a:ext>
            </a:extLst>
          </p:cNvPr>
          <p:cNvCxnSpPr>
            <a:cxnSpLocks/>
          </p:cNvCxnSpPr>
          <p:nvPr/>
        </p:nvCxnSpPr>
        <p:spPr>
          <a:xfrm>
            <a:off x="11387805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8517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4438DC-3CEE-4170-9B1C-BAC05CD8C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5"/>
            <a:ext cx="9922764" cy="12942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19D24-DCBE-47F9-8B85-8A118B02B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88136" y="2447778"/>
            <a:ext cx="9922764" cy="38387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F5788-BDCE-49E2-80AE-31C739C6A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15200" y="6389688"/>
            <a:ext cx="36953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B8CF3C04-353E-43C9-BC6F-8427A61ACD27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D5844-8163-4D82-BEFC-BC2D8D511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90940" y="6389688"/>
            <a:ext cx="44335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98A50-C435-4220-82C6-C8D62A7C9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83190" y="6389688"/>
            <a:ext cx="9402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8689CE0-64D2-447C-9C1F-872D111D8AC3}"/>
              </a:ext>
            </a:extLst>
          </p:cNvPr>
          <p:cNvCxnSpPr>
            <a:cxnSpLocks/>
          </p:cNvCxnSpPr>
          <p:nvPr/>
        </p:nvCxnSpPr>
        <p:spPr>
          <a:xfrm>
            <a:off x="0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kstSylinder 7">
            <a:extLst>
              <a:ext uri="{FF2B5EF4-FFF2-40B4-BE49-F238E27FC236}">
                <a16:creationId xmlns:a16="http://schemas.microsoft.com/office/drawing/2014/main" id="{20D6977A-2BC9-810F-50A5-2840DD0D6E9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72580"/>
            <a:ext cx="817563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921611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28" r:id="rId6"/>
    <p:sldLayoutId id="2147483724" r:id="rId7"/>
    <p:sldLayoutId id="2147483725" r:id="rId8"/>
    <p:sldLayoutId id="2147483726" r:id="rId9"/>
    <p:sldLayoutId id="2147483727" r:id="rId10"/>
    <p:sldLayoutId id="214748372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Neue Haas Grotesk Text Pro" panose="020B0504020202020204" pitchFamily="34" charset="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511C99DC-C3C5-4EBE-91DD-345109C3D6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4665F997-7BA8-D1AE-21E3-8A66EB7AC7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4515" y="1076635"/>
            <a:ext cx="4155281" cy="3495365"/>
          </a:xfrm>
        </p:spPr>
        <p:txBody>
          <a:bodyPr anchor="t">
            <a:normAutofit/>
          </a:bodyPr>
          <a:lstStyle/>
          <a:p>
            <a:r>
              <a:rPr lang="en-US" sz="4000" dirty="0"/>
              <a:t>Project 4 – Monte </a:t>
            </a:r>
            <a:r>
              <a:rPr lang="en-US" sz="4000" dirty="0" err="1"/>
              <a:t>carlo</a:t>
            </a:r>
            <a:endParaRPr lang="en-US" sz="4000" dirty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60469092-CE1F-BFB3-CC73-F735F18586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90940" y="4525682"/>
            <a:ext cx="3638358" cy="1318124"/>
          </a:xfrm>
        </p:spPr>
        <p:txBody>
          <a:bodyPr anchor="b">
            <a:normAutofit/>
          </a:bodyPr>
          <a:lstStyle/>
          <a:p>
            <a:r>
              <a:rPr lang="en-US" dirty="0"/>
              <a:t>Malvin </a:t>
            </a:r>
            <a:r>
              <a:rPr lang="en-US" dirty="0" err="1"/>
              <a:t>Varpe</a:t>
            </a:r>
            <a:r>
              <a:rPr lang="en-US" dirty="0"/>
              <a:t> &amp; </a:t>
            </a:r>
            <a:br>
              <a:rPr lang="en-US" dirty="0"/>
            </a:br>
            <a:r>
              <a:rPr lang="en-US" dirty="0"/>
              <a:t>Torgrim Odde</a:t>
            </a:r>
          </a:p>
        </p:txBody>
      </p:sp>
      <p:cxnSp>
        <p:nvCxnSpPr>
          <p:cNvPr id="16" name="Straight Connector 10">
            <a:extLst>
              <a:ext uri="{FF2B5EF4-FFF2-40B4-BE49-F238E27FC236}">
                <a16:creationId xmlns:a16="http://schemas.microsoft.com/office/drawing/2014/main" id="{B0AA360F-DECB-4836-8FB6-22C4BC3FB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7684" y="1186792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3" descr="Hvit struktur">
            <a:extLst>
              <a:ext uri="{FF2B5EF4-FFF2-40B4-BE49-F238E27FC236}">
                <a16:creationId xmlns:a16="http://schemas.microsoft.com/office/drawing/2014/main" id="{36F57848-66CA-2942-B675-DFAE15E48D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1" r="26742"/>
          <a:stretch>
            <a:fillRect/>
          </a:stretch>
        </p:blipFill>
        <p:spPr>
          <a:xfrm>
            <a:off x="5524500" y="1"/>
            <a:ext cx="6667501" cy="6857999"/>
          </a:xfrm>
          <a:prstGeom prst="rect">
            <a:avLst/>
          </a:prstGeom>
        </p:spPr>
      </p:pic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45F2A5A8-881A-55B0-AF64-C67B449D9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668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9E7E2E7-45DB-F5D7-BBC9-1877FF3CF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B23252EE-EC5F-074F-DA44-2F7D4EEB4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Governing Principle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Single Tank Monte Carlo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Three Tank System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Deterministic Validation (ODE vs Monte Carlo)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DFCCDC10-7C6D-CD0D-CB58-21012291D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410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E988F04-0BFD-A8D8-12D1-141D2AD43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Governing Principle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FA87EBFE-09AD-23FF-96FB-1C0BD372F3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Mass balance:</a:t>
                </a:r>
              </a:p>
              <a:p>
                <a:pPr marL="0" indent="0">
                  <a:buNone/>
                </a:pPr>
                <a:r>
                  <a:rPr lang="en-US" dirty="0"/>
                  <a:t>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𝑑𝐶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den>
                    </m:f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𝑜𝑢𝑡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Analytical solution: </a:t>
                </a:r>
              </a:p>
              <a:p>
                <a:pPr marL="0" indent="0">
                  <a:buNone/>
                </a:pPr>
                <a:r>
                  <a:rPr lang="en-US" b="0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𝑠𝑠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𝑄𝑡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den>
                        </m:f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FA87EBFE-09AD-23FF-96FB-1C0BD372F3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4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4697AADB-5456-4C0F-95D7-2E80574C8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577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A3B168A7-66FE-4359-9866-CBB841A7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657D3EF3-0F8A-B61C-FB15-17A38D568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203" y="1091868"/>
            <a:ext cx="5077479" cy="2042160"/>
          </a:xfrm>
        </p:spPr>
        <p:txBody>
          <a:bodyPr>
            <a:normAutofit/>
          </a:bodyPr>
          <a:lstStyle/>
          <a:p>
            <a:r>
              <a:rPr lang="en-US" sz="4000" dirty="0"/>
              <a:t>Single Tank Monte Carlo (Mean)</a:t>
            </a:r>
          </a:p>
        </p:txBody>
      </p:sp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E55FB8EA-5471-4074-88CA-98AA3AD981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2112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A2325B8-FD9C-829B-0008-129A9C16C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8567" y="2674622"/>
            <a:ext cx="3620005" cy="3028704"/>
          </a:xfrm>
        </p:spPr>
        <p:txBody>
          <a:bodyPr>
            <a:normAutofit fontScale="9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Option 1: </a:t>
            </a:r>
            <a:br>
              <a:rPr lang="en-US" dirty="0"/>
            </a:br>
            <a:r>
              <a:rPr lang="en-US" dirty="0"/>
              <a:t>Fixed parameter per run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Option 2: </a:t>
            </a:r>
            <a:br>
              <a:rPr lang="en-US" dirty="0"/>
            </a:br>
            <a:r>
              <a:rPr lang="en-US" dirty="0"/>
              <a:t>Parameters vary each step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Outputs: Mean, Confidence Interval, Standard Deviation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42F048-3B4F-5ADC-ABE7-699B0E4B0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33858" y="3853014"/>
            <a:ext cx="3497189" cy="2797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8CB21D0-765E-CF92-D4A5-D081981E7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694812" y="3853014"/>
            <a:ext cx="3497188" cy="2797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92FBE9E5-834C-2178-0EA5-693B3C01F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pic>
        <p:nvPicPr>
          <p:cNvPr id="6" name="Bilde 5" descr="Et bilde som inneholder tekst, Font, skjermbilde, line&#10;&#10;KI-generert innhold kan være feil.">
            <a:extLst>
              <a:ext uri="{FF2B5EF4-FFF2-40B4-BE49-F238E27FC236}">
                <a16:creationId xmlns:a16="http://schemas.microsoft.com/office/drawing/2014/main" id="{78E82199-980B-4E75-E2B3-7E59A9267F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2452" y="2586755"/>
            <a:ext cx="3620005" cy="1162212"/>
          </a:xfrm>
          <a:prstGeom prst="rect">
            <a:avLst/>
          </a:prstGeom>
        </p:spPr>
      </p:pic>
      <p:pic>
        <p:nvPicPr>
          <p:cNvPr id="8" name="Bilde 7" descr="Et bilde som inneholder tekst, Font, skjermbilde, line&#10;&#10;KI-generert innhold kan være feil.">
            <a:extLst>
              <a:ext uri="{FF2B5EF4-FFF2-40B4-BE49-F238E27FC236}">
                <a16:creationId xmlns:a16="http://schemas.microsoft.com/office/drawing/2014/main" id="{CA1647E0-A405-05DF-E082-4D1417C022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0308" y="1185205"/>
            <a:ext cx="5249008" cy="123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126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2B0D557-FDFE-E0A2-994F-078BA5A0B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Tank Monte Carlo (STD)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43A439AE-F031-CD47-20E4-F3E5C751D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5</a:t>
            </a:fld>
            <a:endParaRPr lang="en-US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F90CA958-72B6-C731-D6BF-CE6DB873E7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5335" y="3591500"/>
            <a:ext cx="3557961" cy="2798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EA7DAF9-8A5C-7AC2-B4A1-92808BE2C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704" y="3591499"/>
            <a:ext cx="3557961" cy="2798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Bilde 5" descr="Et bilde som inneholder tekst, Font, skjermbilde, line&#10;&#10;KI-generert innhold kan være feil.">
            <a:extLst>
              <a:ext uri="{FF2B5EF4-FFF2-40B4-BE49-F238E27FC236}">
                <a16:creationId xmlns:a16="http://schemas.microsoft.com/office/drawing/2014/main" id="{353F82CA-2724-18E4-9969-AFC1C196F4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2838" y="1942340"/>
            <a:ext cx="5906324" cy="13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5077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7" name="Rectangle 2056">
            <a:extLst>
              <a:ext uri="{FF2B5EF4-FFF2-40B4-BE49-F238E27FC236}">
                <a16:creationId xmlns:a16="http://schemas.microsoft.com/office/drawing/2014/main" id="{A3B168A7-66FE-4359-9866-CBB841A7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EC3F5750-6EA3-19D7-87D3-F1E54E614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203" y="1091868"/>
            <a:ext cx="5077479" cy="2042160"/>
          </a:xfrm>
        </p:spPr>
        <p:txBody>
          <a:bodyPr>
            <a:normAutofit/>
          </a:bodyPr>
          <a:lstStyle/>
          <a:p>
            <a:r>
              <a:rPr lang="en-US" sz="4000"/>
              <a:t>Three Tank system</a:t>
            </a:r>
          </a:p>
        </p:txBody>
      </p:sp>
      <p:cxnSp>
        <p:nvCxnSpPr>
          <p:cNvPr id="2068" name="Straight Connector 2058">
            <a:extLst>
              <a:ext uri="{FF2B5EF4-FFF2-40B4-BE49-F238E27FC236}">
                <a16:creationId xmlns:a16="http://schemas.microsoft.com/office/drawing/2014/main" id="{E55FB8EA-5471-4074-88CA-98AA3AD981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2112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B148BAFB-F64D-FC96-D0C1-DED973EA3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20232" y="3204755"/>
                <a:ext cx="4975768" cy="3028704"/>
              </a:xfrm>
            </p:spPr>
            <p:txBody>
              <a:bodyPr>
                <a:normAutofit/>
              </a:bodyPr>
              <a:lstStyle/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The three ODEs: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>
                  <a:buFont typeface="Arial" panose="020B0604020202020204" pitchFamily="34" charset="0"/>
                  <a:buChar char="•"/>
                </a:pPr>
                <a:endParaRPr lang="en-US" dirty="0"/>
              </a:p>
            </p:txBody>
          </p:sp>
        </mc:Choice>
        <mc:Fallback xmlns=""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B148BAFB-F64D-FC96-D0C1-DED973EA3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20232" y="3204755"/>
                <a:ext cx="4975768" cy="3028704"/>
              </a:xfrm>
              <a:blipFill>
                <a:blip r:embed="rId3"/>
                <a:stretch>
                  <a:fillRect l="-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9BFA488A-53B4-FA8C-C618-F1185C4D12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56953" y="3511565"/>
            <a:ext cx="3654386" cy="2923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A083032F-308E-4E6A-6628-1A7D714D77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66035" y="3511565"/>
            <a:ext cx="3712391" cy="2923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7462E810-3705-9D59-1924-66B2E5EA5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pic>
        <p:nvPicPr>
          <p:cNvPr id="6" name="Bilde 5" descr="Et bilde som inneholder tekst, Font, skjermbilde, line&#10;&#10;KI-generert innhold kan være feil.">
            <a:extLst>
              <a:ext uri="{FF2B5EF4-FFF2-40B4-BE49-F238E27FC236}">
                <a16:creationId xmlns:a16="http://schemas.microsoft.com/office/drawing/2014/main" id="{B46C5A0A-53D6-AC89-A553-6768C4B427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6953" y="1906340"/>
            <a:ext cx="7621473" cy="1145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83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6" name="Rectangle 3078">
            <a:extLst>
              <a:ext uri="{FF2B5EF4-FFF2-40B4-BE49-F238E27FC236}">
                <a16:creationId xmlns:a16="http://schemas.microsoft.com/office/drawing/2014/main" id="{A3B168A7-66FE-4359-9866-CBB841A7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F8237687-85F0-51E0-5970-A5A04DAB2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204" y="1091868"/>
            <a:ext cx="4147804" cy="2042160"/>
          </a:xfrm>
        </p:spPr>
        <p:txBody>
          <a:bodyPr>
            <a:normAutofit/>
          </a:bodyPr>
          <a:lstStyle/>
          <a:p>
            <a:r>
              <a:rPr lang="en-US" sz="4000"/>
              <a:t>Deterministic Validation</a:t>
            </a:r>
          </a:p>
        </p:txBody>
      </p:sp>
      <p:cxnSp>
        <p:nvCxnSpPr>
          <p:cNvPr id="3077" name="Straight Connector 3080">
            <a:extLst>
              <a:ext uri="{FF2B5EF4-FFF2-40B4-BE49-F238E27FC236}">
                <a16:creationId xmlns:a16="http://schemas.microsoft.com/office/drawing/2014/main" id="{F0748755-DDBC-46D0-91EC-1212A8EE2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12800" y="1186344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26CF12E-CC4A-E135-C441-1322D4FD17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0232" y="3204755"/>
            <a:ext cx="4147804" cy="2966043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Deterministic ODE with average parameters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Comparison with Monte Carlo mean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ACD6DA8-7053-D993-1EF9-C6AEACEECB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39008" y="1186344"/>
            <a:ext cx="6668647" cy="5334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1BB02025-D278-8D1B-372B-069CEB988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853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BD5A39EE-2ED5-45F7-240E-2C4965A64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Learning Outcomes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D0CDDD2-A7D0-990D-F259-AFDF2599B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Key Results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Summary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08103DA4-8E9D-181B-41EB-12281F9DB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630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E4F335-4E59-1227-5110-F33D302BF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Learning Outcomes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ADA3C15E-3FB1-7995-F5B3-3FFC832726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Stochastic modeling approach based on Monte Carlo methods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Understand the principles of Monte Carlo methods and their application in stochastic modelling.</a:t>
            </a:r>
          </a:p>
          <a:p>
            <a:pPr marL="342900" indent="-342900">
              <a:buAutoNum type="arabicPeriod"/>
            </a:pPr>
            <a:r>
              <a:rPr lang="en-US" dirty="0"/>
              <a:t>Develop skills in formulating and solving mass balance equations for single and interconnected systems.</a:t>
            </a:r>
          </a:p>
          <a:p>
            <a:pPr marL="342900" indent="-342900">
              <a:buAutoNum type="arabicPeriod"/>
            </a:pPr>
            <a:r>
              <a:rPr lang="en-US" dirty="0"/>
              <a:t>Quantify uncertainties in simulation results and interpret their implications for system behavior.</a:t>
            </a:r>
          </a:p>
          <a:p>
            <a:pPr marL="342900" indent="-342900">
              <a:buAutoNum type="arabicPeriod"/>
            </a:pPr>
            <a:r>
              <a:rPr lang="en-US" dirty="0"/>
              <a:t>Compare stochastic simulation outcomes to deterministic ODE solutions, critically analyzing their performance and limitations.</a:t>
            </a:r>
          </a:p>
          <a:p>
            <a:pPr marL="342900" indent="-342900">
              <a:buAutoNum type="arabicPeriod"/>
            </a:pPr>
            <a:r>
              <a:rPr lang="en-US" dirty="0"/>
              <a:t>Gain hands-on experience with computational tools for solving engineering problems.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73E78EA4-96FB-F8BD-B03D-964BD6761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832982"/>
      </p:ext>
    </p:extLst>
  </p:cSld>
  <p:clrMapOvr>
    <a:masterClrMapping/>
  </p:clrMapOvr>
</p:sld>
</file>

<file path=ppt/theme/theme1.xml><?xml version="1.0" encoding="utf-8"?>
<a:theme xmlns:a="http://schemas.openxmlformats.org/drawingml/2006/main" name="BjornVTI">
  <a:themeElements>
    <a:clrScheme name="Bjorn">
      <a:dk1>
        <a:sysClr val="windowText" lastClr="000000"/>
      </a:dk1>
      <a:lt1>
        <a:sysClr val="window" lastClr="FFFFFF"/>
      </a:lt1>
      <a:dk2>
        <a:srgbClr val="252747"/>
      </a:dk2>
      <a:lt2>
        <a:srgbClr val="ECE4E9"/>
      </a:lt2>
      <a:accent1>
        <a:srgbClr val="736EB6"/>
      </a:accent1>
      <a:accent2>
        <a:srgbClr val="AB5991"/>
      </a:accent2>
      <a:accent3>
        <a:srgbClr val="AC9F39"/>
      </a:accent3>
      <a:accent4>
        <a:srgbClr val="756029"/>
      </a:accent4>
      <a:accent5>
        <a:srgbClr val="E87850"/>
      </a:accent5>
      <a:accent6>
        <a:srgbClr val="C6922A"/>
      </a:accent6>
      <a:hlink>
        <a:srgbClr val="736EB6"/>
      </a:hlink>
      <a:folHlink>
        <a:srgbClr val="AB5991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jornVTI" id="{D01443FD-65CF-4AEF-9B9D-4466C96F9785}" vid="{36EF4262-385E-40E6-B073-FB18FD98BF4C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32230bf-e247-430b-8132-dda84b672e09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44BBD6C06A0DE48ACBAB514EB50DDDC" ma:contentTypeVersion="15" ma:contentTypeDescription="Create a new document." ma:contentTypeScope="" ma:versionID="e411f08a2840eb4c2c659d48e130b1c1">
  <xsd:schema xmlns:xsd="http://www.w3.org/2001/XMLSchema" xmlns:xs="http://www.w3.org/2001/XMLSchema" xmlns:p="http://schemas.microsoft.com/office/2006/metadata/properties" xmlns:ns3="f32230bf-e247-430b-8132-dda84b672e09" xmlns:ns4="63dba08a-eb68-4688-8594-69aeae0aec6b" targetNamespace="http://schemas.microsoft.com/office/2006/metadata/properties" ma:root="true" ma:fieldsID="c0124a76df93d5d422ba5e331c68b4b9" ns3:_="" ns4:_="">
    <xsd:import namespace="f32230bf-e247-430b-8132-dda84b672e09"/>
    <xsd:import namespace="63dba08a-eb68-4688-8594-69aeae0aec6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OCR" minOccurs="0"/>
                <xsd:element ref="ns3:MediaServiceDateTaken" minOccurs="0"/>
                <xsd:element ref="ns3:MediaServiceLocation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32230bf-e247-430b-8132-dda84b672e0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dba08a-eb68-4688-8594-69aeae0aec6b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13A51D2-7BD9-468E-B9FF-0AF273694999}">
  <ds:schemaRefs>
    <ds:schemaRef ds:uri="http://schemas.microsoft.com/office/infopath/2007/PartnerControls"/>
    <ds:schemaRef ds:uri="63dba08a-eb68-4688-8594-69aeae0aec6b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terms/"/>
    <ds:schemaRef ds:uri="http://schemas.openxmlformats.org/package/2006/metadata/core-properties"/>
    <ds:schemaRef ds:uri="f32230bf-e247-430b-8132-dda84b672e09"/>
    <ds:schemaRef ds:uri="http://purl.org/dc/dcmitype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0DC6942C-5FA6-44C0-95FC-C76C51F471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32230bf-e247-430b-8132-dda84b672e09"/>
    <ds:schemaRef ds:uri="63dba08a-eb68-4688-8594-69aeae0aec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F9B8160-C1C6-4E12-902A-6A06E8B787C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8a213d2-8f6c-400d-9e74-4e8b475316c6}" enabled="0" method="" siteId="{f8a213d2-8f6c-400d-9e74-4e8b475316c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2940</TotalTime>
  <Words>563</Words>
  <Application>Microsoft Office PowerPoint</Application>
  <PresentationFormat>Widescreen</PresentationFormat>
  <Paragraphs>90</Paragraphs>
  <Slides>9</Slides>
  <Notes>7</Notes>
  <HiddenSlides>0</HiddenSlides>
  <MMClips>0</MMClips>
  <ScaleCrop>false</ScaleCrop>
  <HeadingPairs>
    <vt:vector size="6" baseType="variant">
      <vt:variant>
        <vt:lpstr>Brukte skrifter</vt:lpstr>
      </vt:variant>
      <vt:variant>
        <vt:i4>5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9</vt:i4>
      </vt:variant>
    </vt:vector>
  </HeadingPairs>
  <TitlesOfParts>
    <vt:vector size="15" baseType="lpstr">
      <vt:lpstr>Aptos</vt:lpstr>
      <vt:lpstr>Arial</vt:lpstr>
      <vt:lpstr>Calibri</vt:lpstr>
      <vt:lpstr>Cambria Math</vt:lpstr>
      <vt:lpstr>Neue Haas Grotesk Text Pro</vt:lpstr>
      <vt:lpstr>BjornVTI</vt:lpstr>
      <vt:lpstr>Project 4 – Monte carlo</vt:lpstr>
      <vt:lpstr>Agenda</vt:lpstr>
      <vt:lpstr>Governing Principle</vt:lpstr>
      <vt:lpstr>Single Tank Monte Carlo (Mean)</vt:lpstr>
      <vt:lpstr>Single Tank Monte Carlo (STD)</vt:lpstr>
      <vt:lpstr>Three Tank system</vt:lpstr>
      <vt:lpstr>Deterministic Validation</vt:lpstr>
      <vt:lpstr>Conclusion &amp; Learning Outcomes</vt:lpstr>
      <vt:lpstr>Conclusion &amp; Learning Outcomes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Torgrim Odde</dc:creator>
  <cp:lastModifiedBy>Torgrim Odde</cp:lastModifiedBy>
  <cp:revision>3</cp:revision>
  <dcterms:created xsi:type="dcterms:W3CDTF">2025-10-12T13:08:04Z</dcterms:created>
  <dcterms:modified xsi:type="dcterms:W3CDTF">2025-11-28T12:52:45Z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0x010100344BBD6C06A0DE48ACBAB514EB50DDDC</vt:lpwstr>
  </property>
  <property fmtid="{D5CDD505-2E9C-101B-9397-08002B2CF9AE}" pid="3" name="MSIP_Label_e575afd7-7428-4d0b-a18c-f972d457efaf_Enabled">
    <vt:lpwstr>true</vt:lpwstr>
  </property>
  <property fmtid="{D5CDD505-2E9C-101B-9397-08002B2CF9AE}" pid="4" name="MSIP_Label_e575afd7-7428-4d0b-a18c-f972d457efaf_SetDate">
    <vt:lpwstr>2025-11-12T07:35:51Z</vt:lpwstr>
  </property>
  <property fmtid="{D5CDD505-2E9C-101B-9397-08002B2CF9AE}" pid="5" name="MSIP_Label_e575afd7-7428-4d0b-a18c-f972d457efaf_Method">
    <vt:lpwstr>Standard</vt:lpwstr>
  </property>
  <property fmtid="{D5CDD505-2E9C-101B-9397-08002B2CF9AE}" pid="6" name="MSIP_Label_e575afd7-7428-4d0b-a18c-f972d457efaf_Name">
    <vt:lpwstr>e575afd7-7428-4d0b-a18c-f972d457efaf</vt:lpwstr>
  </property>
  <property fmtid="{D5CDD505-2E9C-101B-9397-08002B2CF9AE}" pid="7" name="MSIP_Label_e575afd7-7428-4d0b-a18c-f972d457efaf_SiteId">
    <vt:lpwstr>306bb27f-a230-403b-a436-2e5cd45b8ec0</vt:lpwstr>
  </property>
  <property fmtid="{D5CDD505-2E9C-101B-9397-08002B2CF9AE}" pid="8" name="MSIP_Label_e575afd7-7428-4d0b-a18c-f972d457efaf_ActionId">
    <vt:lpwstr>e6cacaf9-2f71-4c6d-87d0-332c5cdd7393</vt:lpwstr>
  </property>
  <property fmtid="{D5CDD505-2E9C-101B-9397-08002B2CF9AE}" pid="9" name="MSIP_Label_e575afd7-7428-4d0b-a18c-f972d457efaf_ContentBits">
    <vt:lpwstr>2</vt:lpwstr>
  </property>
  <property fmtid="{D5CDD505-2E9C-101B-9397-08002B2CF9AE}" pid="10" name="MSIP_Label_e575afd7-7428-4d0b-a18c-f972d457efaf_Tag">
    <vt:lpwstr>10, 3, 0, 1</vt:lpwstr>
  </property>
  <property fmtid="{D5CDD505-2E9C-101B-9397-08002B2CF9AE}" pid="11" name="ClassificationContentMarkingFooterLocations">
    <vt:lpwstr>BjornVTI:8</vt:lpwstr>
  </property>
  <property fmtid="{D5CDD505-2E9C-101B-9397-08002B2CF9AE}" pid="12" name="ClassificationContentMarkingFooterText">
    <vt:lpwstr>Sensitivity: Internal</vt:lpwstr>
  </property>
</Properties>
</file>
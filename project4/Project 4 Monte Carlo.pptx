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5" r:id="rId9"/>
    <p:sldId id="267" r:id="rId10"/>
    <p:sldId id="268" r:id="rId11"/>
    <p:sldId id="271" r:id="rId12"/>
    <p:sldId id="269" r:id="rId13"/>
    <p:sldId id="270" r:id="rId14"/>
    <p:sldId id="272" r:id="rId15"/>
    <p:sldId id="273" r:id="rId16"/>
    <p:sldId id="274" r:id="rId17"/>
    <p:sldId id="275" r:id="rId18"/>
    <p:sldId id="277" r:id="rId19"/>
    <p:sldId id="276" r:id="rId20"/>
    <p:sldId id="278" r:id="rId21"/>
    <p:sldId id="279" r:id="rId22"/>
    <p:sldId id="263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3D813-D967-4958-9FB8-55ECB1A2C061}" v="454" dt="2025-12-09T20:10:54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5937" autoAdjust="0"/>
  </p:normalViewPr>
  <p:slideViewPr>
    <p:cSldViewPr snapToGrid="0">
      <p:cViewPr>
        <p:scale>
          <a:sx n="40" d="100"/>
          <a:sy n="40" d="100"/>
        </p:scale>
        <p:origin x="168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grim Odde" userId="263d2d9e-d662-4ecd-84e3-6377197a8522" providerId="ADAL" clId="{F19F3179-E777-480F-BD2C-D9A8F24E3506}"/>
    <pc:docChg chg="undo custSel addSld delSld modSld">
      <pc:chgData name="Torgrim Odde" userId="263d2d9e-d662-4ecd-84e3-6377197a8522" providerId="ADAL" clId="{F19F3179-E777-480F-BD2C-D9A8F24E3506}" dt="2025-12-09T20:10:54.834" v="9083" actId="1036"/>
      <pc:docMkLst>
        <pc:docMk/>
      </pc:docMkLst>
      <pc:sldChg chg="modSp mod modNotesTx">
        <pc:chgData name="Torgrim Odde" userId="263d2d9e-d662-4ecd-84e3-6377197a8522" providerId="ADAL" clId="{F19F3179-E777-480F-BD2C-D9A8F24E3506}" dt="2025-12-09T19:12:55.790" v="4040" actId="20577"/>
        <pc:sldMkLst>
          <pc:docMk/>
          <pc:sldMk cId="974668571" sldId="256"/>
        </pc:sldMkLst>
        <pc:spChg chg="mod">
          <ac:chgData name="Torgrim Odde" userId="263d2d9e-d662-4ecd-84e3-6377197a8522" providerId="ADAL" clId="{F19F3179-E777-480F-BD2C-D9A8F24E3506}" dt="2025-11-28T10:21:52.903" v="98" actId="20577"/>
          <ac:spMkLst>
            <pc:docMk/>
            <pc:sldMk cId="974668571" sldId="256"/>
            <ac:spMk id="2" creationId="{4665F997-7BA8-D1AE-21E3-8A66EB7AC7E3}"/>
          </ac:spMkLst>
        </pc:spChg>
      </pc:sldChg>
      <pc:sldChg chg="modSp new mod modNotesTx">
        <pc:chgData name="Torgrim Odde" userId="263d2d9e-d662-4ecd-84e3-6377197a8522" providerId="ADAL" clId="{F19F3179-E777-480F-BD2C-D9A8F24E3506}" dt="2025-12-09T19:15:42.045" v="4639" actId="20577"/>
        <pc:sldMkLst>
          <pc:docMk/>
          <pc:sldMk cId="475410209" sldId="257"/>
        </pc:sldMkLst>
        <pc:spChg chg="mod">
          <ac:chgData name="Torgrim Odde" userId="263d2d9e-d662-4ecd-84e3-6377197a8522" providerId="ADAL" clId="{F19F3179-E777-480F-BD2C-D9A8F24E3506}" dt="2025-11-28T10:21:12.144" v="77" actId="20577"/>
          <ac:spMkLst>
            <pc:docMk/>
            <pc:sldMk cId="475410209" sldId="257"/>
            <ac:spMk id="2" creationId="{E9E7E2E7-45DB-F5D7-BBC9-1877FF3CFD57}"/>
          </ac:spMkLst>
        </pc:spChg>
        <pc:spChg chg="mod">
          <ac:chgData name="Torgrim Odde" userId="263d2d9e-d662-4ecd-84e3-6377197a8522" providerId="ADAL" clId="{F19F3179-E777-480F-BD2C-D9A8F24E3506}" dt="2025-12-09T19:15:42.045" v="4639" actId="20577"/>
          <ac:spMkLst>
            <pc:docMk/>
            <pc:sldMk cId="475410209" sldId="257"/>
            <ac:spMk id="3" creationId="{B23252EE-EC5F-074F-DA44-2F7D4EEB4860}"/>
          </ac:spMkLst>
        </pc:spChg>
      </pc:sldChg>
      <pc:sldChg chg="modSp new mod modNotesTx">
        <pc:chgData name="Torgrim Odde" userId="263d2d9e-d662-4ecd-84e3-6377197a8522" providerId="ADAL" clId="{F19F3179-E777-480F-BD2C-D9A8F24E3506}" dt="2025-12-09T19:16:41.816" v="4766" actId="20577"/>
        <pc:sldMkLst>
          <pc:docMk/>
          <pc:sldMk cId="471577477" sldId="258"/>
        </pc:sldMkLst>
        <pc:spChg chg="mod">
          <ac:chgData name="Torgrim Odde" userId="263d2d9e-d662-4ecd-84e3-6377197a8522" providerId="ADAL" clId="{F19F3179-E777-480F-BD2C-D9A8F24E3506}" dt="2025-12-09T19:15:38.316" v="4633" actId="20577"/>
          <ac:spMkLst>
            <pc:docMk/>
            <pc:sldMk cId="471577477" sldId="258"/>
            <ac:spMk id="2" creationId="{0E988F04-0BFD-A8D8-12D1-141D2AD43ACC}"/>
          </ac:spMkLst>
        </pc:spChg>
        <pc:spChg chg="mod">
          <ac:chgData name="Torgrim Odde" userId="263d2d9e-d662-4ecd-84e3-6377197a8522" providerId="ADAL" clId="{F19F3179-E777-480F-BD2C-D9A8F24E3506}" dt="2025-12-09T19:15:33.436" v="4627" actId="20577"/>
          <ac:spMkLst>
            <pc:docMk/>
            <pc:sldMk cId="471577477" sldId="258"/>
            <ac:spMk id="3" creationId="{FA87EBFE-09AD-23FF-96FB-1C0BD372F3D1}"/>
          </ac:spMkLst>
        </pc:spChg>
      </pc:sldChg>
      <pc:sldChg chg="addSp delSp modSp new mod setBg modNotesTx">
        <pc:chgData name="Torgrim Odde" userId="263d2d9e-d662-4ecd-84e3-6377197a8522" providerId="ADAL" clId="{F19F3179-E777-480F-BD2C-D9A8F24E3506}" dt="2025-12-09T19:27:05.416" v="5631" actId="113"/>
        <pc:sldMkLst>
          <pc:docMk/>
          <pc:sldMk cId="2165126355" sldId="259"/>
        </pc:sldMkLst>
        <pc:spChg chg="mod">
          <ac:chgData name="Torgrim Odde" userId="263d2d9e-d662-4ecd-84e3-6377197a8522" providerId="ADAL" clId="{F19F3179-E777-480F-BD2C-D9A8F24E3506}" dt="2025-12-09T19:23:52.631" v="5234" actId="20577"/>
          <ac:spMkLst>
            <pc:docMk/>
            <pc:sldMk cId="2165126355" sldId="259"/>
            <ac:spMk id="2" creationId="{657D3EF3-0F8A-B61C-FB15-17A38D568E86}"/>
          </ac:spMkLst>
        </pc:spChg>
        <pc:spChg chg="mod">
          <ac:chgData name="Torgrim Odde" userId="263d2d9e-d662-4ecd-84e3-6377197a8522" providerId="ADAL" clId="{F19F3179-E777-480F-BD2C-D9A8F24E3506}" dt="2025-12-09T19:27:05.416" v="5631" actId="113"/>
          <ac:spMkLst>
            <pc:docMk/>
            <pc:sldMk cId="2165126355" sldId="259"/>
            <ac:spMk id="3" creationId="{DA2325B8-FD9C-829B-0008-129A9C16C0D7}"/>
          </ac:spMkLst>
        </pc:spChg>
        <pc:spChg chg="mod ord">
          <ac:chgData name="Torgrim Odde" userId="263d2d9e-d662-4ecd-84e3-6377197a8522" providerId="ADAL" clId="{F19F3179-E777-480F-BD2C-D9A8F24E3506}" dt="2025-11-28T12:25:21.357" v="1815" actId="26606"/>
          <ac:spMkLst>
            <pc:docMk/>
            <pc:sldMk cId="2165126355" sldId="259"/>
            <ac:spMk id="4" creationId="{92FBE9E5-834C-2178-0EA5-693B3C01FFC0}"/>
          </ac:spMkLst>
        </pc:spChg>
        <pc:spChg chg="add del">
          <ac:chgData name="Torgrim Odde" userId="263d2d9e-d662-4ecd-84e3-6377197a8522" providerId="ADAL" clId="{F19F3179-E777-480F-BD2C-D9A8F24E3506}" dt="2025-11-28T12:25:21.357" v="1815" actId="26606"/>
          <ac:spMkLst>
            <pc:docMk/>
            <pc:sldMk cId="2165126355" sldId="259"/>
            <ac:spMk id="1033" creationId="{A3B168A7-66FE-4359-9866-CBB841A729E6}"/>
          </ac:spMkLst>
        </pc:spChg>
        <pc:picChg chg="add del mod">
          <ac:chgData name="Torgrim Odde" userId="263d2d9e-d662-4ecd-84e3-6377197a8522" providerId="ADAL" clId="{F19F3179-E777-480F-BD2C-D9A8F24E3506}" dt="2025-12-09T19:23:07.917" v="5209" actId="21"/>
          <ac:picMkLst>
            <pc:docMk/>
            <pc:sldMk cId="2165126355" sldId="259"/>
            <ac:picMk id="5" creationId="{DA6703CD-838E-CB42-8230-EAFBCCBECF6C}"/>
          </ac:picMkLst>
        </pc:picChg>
        <pc:picChg chg="add mod">
          <ac:chgData name="Torgrim Odde" userId="263d2d9e-d662-4ecd-84e3-6377197a8522" providerId="ADAL" clId="{F19F3179-E777-480F-BD2C-D9A8F24E3506}" dt="2025-12-09T19:24:40.644" v="5269" actId="1076"/>
          <ac:picMkLst>
            <pc:docMk/>
            <pc:sldMk cId="2165126355" sldId="259"/>
            <ac:picMk id="6" creationId="{78E82199-980B-4E75-E2B3-7E59A9267F08}"/>
          </ac:picMkLst>
        </pc:picChg>
        <pc:picChg chg="add del mod">
          <ac:chgData name="Torgrim Odde" userId="263d2d9e-d662-4ecd-84e3-6377197a8522" providerId="ADAL" clId="{F19F3179-E777-480F-BD2C-D9A8F24E3506}" dt="2025-12-09T19:24:38.357" v="5268" actId="1076"/>
          <ac:picMkLst>
            <pc:docMk/>
            <pc:sldMk cId="2165126355" sldId="259"/>
            <ac:picMk id="8" creationId="{CA1647E0-A405-05DF-E082-4D1417C022B6}"/>
          </ac:picMkLst>
        </pc:picChg>
        <pc:picChg chg="add mod">
          <ac:chgData name="Torgrim Odde" userId="263d2d9e-d662-4ecd-84e3-6377197a8522" providerId="ADAL" clId="{F19F3179-E777-480F-BD2C-D9A8F24E3506}" dt="2025-12-09T19:24:26.091" v="5265" actId="1076"/>
          <ac:picMkLst>
            <pc:docMk/>
            <pc:sldMk cId="2165126355" sldId="259"/>
            <ac:picMk id="9" creationId="{1C1E77BC-8AAC-F5CC-DDB0-B8181C85D43A}"/>
          </ac:picMkLst>
        </pc:picChg>
        <pc:picChg chg="add del mod ord">
          <ac:chgData name="Torgrim Odde" userId="263d2d9e-d662-4ecd-84e3-6377197a8522" providerId="ADAL" clId="{F19F3179-E777-480F-BD2C-D9A8F24E3506}" dt="2025-12-09T19:21:07.025" v="5193" actId="478"/>
          <ac:picMkLst>
            <pc:docMk/>
            <pc:sldMk cId="2165126355" sldId="259"/>
            <ac:picMk id="1026" creationId="{CF42F048-3B4F-5ADC-ABE7-699B0E4B0EA0}"/>
          </ac:picMkLst>
        </pc:picChg>
        <pc:picChg chg="add del mod">
          <ac:chgData name="Torgrim Odde" userId="263d2d9e-d662-4ecd-84e3-6377197a8522" providerId="ADAL" clId="{F19F3179-E777-480F-BD2C-D9A8F24E3506}" dt="2025-12-09T19:21:08.196" v="5194" actId="478"/>
          <ac:picMkLst>
            <pc:docMk/>
            <pc:sldMk cId="2165126355" sldId="259"/>
            <ac:picMk id="1028" creationId="{F8CB21D0-765E-CF92-D4A5-D081981E7921}"/>
          </ac:picMkLst>
        </pc:picChg>
        <pc:cxnChg chg="add del">
          <ac:chgData name="Torgrim Odde" userId="263d2d9e-d662-4ecd-84e3-6377197a8522" providerId="ADAL" clId="{F19F3179-E777-480F-BD2C-D9A8F24E3506}" dt="2025-11-28T12:25:06.246" v="1812" actId="26606"/>
          <ac:cxnSpMkLst>
            <pc:docMk/>
            <pc:sldMk cId="2165126355" sldId="259"/>
            <ac:cxnSpMk id="1035" creationId="{E55FB8EA-5471-4074-88CA-98AA3AD98101}"/>
          </ac:cxnSpMkLst>
        </pc:cxnChg>
      </pc:sldChg>
      <pc:sldChg chg="addSp delSp modSp new del mod setBg modNotesTx">
        <pc:chgData name="Torgrim Odde" userId="263d2d9e-d662-4ecd-84e3-6377197a8522" providerId="ADAL" clId="{F19F3179-E777-480F-BD2C-D9A8F24E3506}" dt="2025-12-09T20:06:20.572" v="8602" actId="47"/>
        <pc:sldMkLst>
          <pc:docMk/>
          <pc:sldMk cId="2360883750" sldId="260"/>
        </pc:sldMkLst>
      </pc:sldChg>
      <pc:sldChg chg="addSp delSp modSp new del mod setBg modNotesTx">
        <pc:chgData name="Torgrim Odde" userId="263d2d9e-d662-4ecd-84e3-6377197a8522" providerId="ADAL" clId="{F19F3179-E777-480F-BD2C-D9A8F24E3506}" dt="2025-12-09T20:06:23.514" v="8603" actId="47"/>
        <pc:sldMkLst>
          <pc:docMk/>
          <pc:sldMk cId="524853245" sldId="261"/>
        </pc:sldMkLst>
      </pc:sldChg>
      <pc:sldChg chg="addSp delSp modSp new del mod modNotesTx">
        <pc:chgData name="Torgrim Odde" userId="263d2d9e-d662-4ecd-84e3-6377197a8522" providerId="ADAL" clId="{F19F3179-E777-480F-BD2C-D9A8F24E3506}" dt="2025-12-09T20:06:18.598" v="8601" actId="47"/>
        <pc:sldMkLst>
          <pc:docMk/>
          <pc:sldMk cId="713507754" sldId="262"/>
        </pc:sldMkLst>
      </pc:sldChg>
      <pc:sldChg chg="modSp new mod modNotesTx">
        <pc:chgData name="Torgrim Odde" userId="263d2d9e-d662-4ecd-84e3-6377197a8522" providerId="ADAL" clId="{F19F3179-E777-480F-BD2C-D9A8F24E3506}" dt="2025-12-09T20:09:19.745" v="9070" actId="20577"/>
        <pc:sldMkLst>
          <pc:docMk/>
          <pc:sldMk cId="2039630428" sldId="263"/>
        </pc:sldMkLst>
        <pc:spChg chg="mod">
          <ac:chgData name="Torgrim Odde" userId="263d2d9e-d662-4ecd-84e3-6377197a8522" providerId="ADAL" clId="{F19F3179-E777-480F-BD2C-D9A8F24E3506}" dt="2025-11-28T12:50:34.094" v="3558" actId="20577"/>
          <ac:spMkLst>
            <pc:docMk/>
            <pc:sldMk cId="2039630428" sldId="263"/>
            <ac:spMk id="2" creationId="{BD5A39EE-2ED5-45F7-240E-2C4965A649D7}"/>
          </ac:spMkLst>
        </pc:spChg>
        <pc:spChg chg="mod">
          <ac:chgData name="Torgrim Odde" userId="263d2d9e-d662-4ecd-84e3-6377197a8522" providerId="ADAL" clId="{F19F3179-E777-480F-BD2C-D9A8F24E3506}" dt="2025-12-09T20:08:56.614" v="8973" actId="20577"/>
          <ac:spMkLst>
            <pc:docMk/>
            <pc:sldMk cId="2039630428" sldId="263"/>
            <ac:spMk id="3" creationId="{5D0CDDD2-A7D0-990D-F259-AFDF2599B44B}"/>
          </ac:spMkLst>
        </pc:spChg>
      </pc:sldChg>
      <pc:sldChg chg="modSp new mod">
        <pc:chgData name="Torgrim Odde" userId="263d2d9e-d662-4ecd-84e3-6377197a8522" providerId="ADAL" clId="{F19F3179-E777-480F-BD2C-D9A8F24E3506}" dt="2025-11-28T12:52:42.496" v="3737" actId="313"/>
        <pc:sldMkLst>
          <pc:docMk/>
          <pc:sldMk cId="1394832982" sldId="264"/>
        </pc:sldMkLst>
        <pc:spChg chg="mod">
          <ac:chgData name="Torgrim Odde" userId="263d2d9e-d662-4ecd-84e3-6377197a8522" providerId="ADAL" clId="{F19F3179-E777-480F-BD2C-D9A8F24E3506}" dt="2025-11-28T12:51:05.851" v="3649" actId="20577"/>
          <ac:spMkLst>
            <pc:docMk/>
            <pc:sldMk cId="1394832982" sldId="264"/>
            <ac:spMk id="2" creationId="{21E4F335-4E59-1227-5110-F33D302BF50D}"/>
          </ac:spMkLst>
        </pc:spChg>
        <pc:spChg chg="mod">
          <ac:chgData name="Torgrim Odde" userId="263d2d9e-d662-4ecd-84e3-6377197a8522" providerId="ADAL" clId="{F19F3179-E777-480F-BD2C-D9A8F24E3506}" dt="2025-11-28T12:52:42.496" v="3737" actId="313"/>
          <ac:spMkLst>
            <pc:docMk/>
            <pc:sldMk cId="1394832982" sldId="264"/>
            <ac:spMk id="3" creationId="{ADA3C15E-3FB1-7995-F5B3-3FFC832726EF}"/>
          </ac:spMkLst>
        </pc:spChg>
      </pc:sldChg>
      <pc:sldChg chg="addSp delSp modSp new mod modNotesTx">
        <pc:chgData name="Torgrim Odde" userId="263d2d9e-d662-4ecd-84e3-6377197a8522" providerId="ADAL" clId="{F19F3179-E777-480F-BD2C-D9A8F24E3506}" dt="2025-12-09T19:42:10.086" v="6247" actId="1076"/>
        <pc:sldMkLst>
          <pc:docMk/>
          <pc:sldMk cId="438587049" sldId="265"/>
        </pc:sldMkLst>
        <pc:spChg chg="del mod">
          <ac:chgData name="Torgrim Odde" userId="263d2d9e-d662-4ecd-84e3-6377197a8522" providerId="ADAL" clId="{F19F3179-E777-480F-BD2C-D9A8F24E3506}" dt="2025-12-09T19:39:05.050" v="6100" actId="478"/>
          <ac:spMkLst>
            <pc:docMk/>
            <pc:sldMk cId="438587049" sldId="265"/>
            <ac:spMk id="2" creationId="{E8CB9E47-0F60-568E-891C-0BAEDBB00914}"/>
          </ac:spMkLst>
        </pc:spChg>
        <pc:spChg chg="del">
          <ac:chgData name="Torgrim Odde" userId="263d2d9e-d662-4ecd-84e3-6377197a8522" providerId="ADAL" clId="{F19F3179-E777-480F-BD2C-D9A8F24E3506}" dt="2025-12-09T19:23:13.418" v="5210"/>
          <ac:spMkLst>
            <pc:docMk/>
            <pc:sldMk cId="438587049" sldId="265"/>
            <ac:spMk id="3" creationId="{0A3684FD-70F3-24DE-F615-27A085F04CB4}"/>
          </ac:spMkLst>
        </pc:spChg>
        <pc:spChg chg="add del mod">
          <ac:chgData name="Torgrim Odde" userId="263d2d9e-d662-4ecd-84e3-6377197a8522" providerId="ADAL" clId="{F19F3179-E777-480F-BD2C-D9A8F24E3506}" dt="2025-12-09T19:39:06.597" v="6101" actId="478"/>
          <ac:spMkLst>
            <pc:docMk/>
            <pc:sldMk cId="438587049" sldId="265"/>
            <ac:spMk id="7" creationId="{B76EC6E8-5681-148B-92FC-ED068B5AD723}"/>
          </ac:spMkLst>
        </pc:spChg>
        <pc:spChg chg="add del mod">
          <ac:chgData name="Torgrim Odde" userId="263d2d9e-d662-4ecd-84e3-6377197a8522" providerId="ADAL" clId="{F19F3179-E777-480F-BD2C-D9A8F24E3506}" dt="2025-12-09T19:41:52.052" v="6245" actId="478"/>
          <ac:spMkLst>
            <pc:docMk/>
            <pc:sldMk cId="438587049" sldId="265"/>
            <ac:spMk id="8" creationId="{62C1BE82-ECBB-8834-4823-12649655032A}"/>
          </ac:spMkLst>
        </pc:spChg>
        <pc:picChg chg="add del mod">
          <ac:chgData name="Torgrim Odde" userId="263d2d9e-d662-4ecd-84e3-6377197a8522" providerId="ADAL" clId="{F19F3179-E777-480F-BD2C-D9A8F24E3506}" dt="2025-12-09T19:41:48.284" v="6242" actId="478"/>
          <ac:picMkLst>
            <pc:docMk/>
            <pc:sldMk cId="438587049" sldId="265"/>
            <ac:picMk id="5" creationId="{DA6703CD-838E-CB42-8230-EAFBCCBECF6C}"/>
          </ac:picMkLst>
        </pc:picChg>
        <pc:picChg chg="add del mod">
          <ac:chgData name="Torgrim Odde" userId="263d2d9e-d662-4ecd-84e3-6377197a8522" providerId="ADAL" clId="{F19F3179-E777-480F-BD2C-D9A8F24E3506}" dt="2025-12-09T19:41:39.477" v="6239" actId="478"/>
          <ac:picMkLst>
            <pc:docMk/>
            <pc:sldMk cId="438587049" sldId="265"/>
            <ac:picMk id="4098" creationId="{263B246B-AEE8-A338-E173-F945D4D30D28}"/>
          </ac:picMkLst>
        </pc:picChg>
        <pc:picChg chg="add mod">
          <ac:chgData name="Torgrim Odde" userId="263d2d9e-d662-4ecd-84e3-6377197a8522" providerId="ADAL" clId="{F19F3179-E777-480F-BD2C-D9A8F24E3506}" dt="2025-12-09T19:42:10.086" v="6247" actId="1076"/>
          <ac:picMkLst>
            <pc:docMk/>
            <pc:sldMk cId="438587049" sldId="265"/>
            <ac:picMk id="4100" creationId="{A59F4912-493A-FAE8-1685-AD8D8CEB2402}"/>
          </ac:picMkLst>
        </pc:picChg>
        <pc:picChg chg="add mod">
          <ac:chgData name="Torgrim Odde" userId="263d2d9e-d662-4ecd-84e3-6377197a8522" providerId="ADAL" clId="{F19F3179-E777-480F-BD2C-D9A8F24E3506}" dt="2025-12-09T19:42:03.692" v="6246" actId="1076"/>
          <ac:picMkLst>
            <pc:docMk/>
            <pc:sldMk cId="438587049" sldId="265"/>
            <ac:picMk id="4102" creationId="{06E4827D-EC08-761A-B5B7-F524D8A0308B}"/>
          </ac:picMkLst>
        </pc:picChg>
      </pc:sldChg>
      <pc:sldChg chg="new del">
        <pc:chgData name="Torgrim Odde" userId="263d2d9e-d662-4ecd-84e3-6377197a8522" providerId="ADAL" clId="{F19F3179-E777-480F-BD2C-D9A8F24E3506}" dt="2025-12-09T19:27:16.726" v="5634" actId="47"/>
        <pc:sldMkLst>
          <pc:docMk/>
          <pc:sldMk cId="1390011610" sldId="266"/>
        </pc:sldMkLst>
      </pc:sldChg>
      <pc:sldChg chg="addSp delSp modSp add mod setBg delDesignElem modNotesTx">
        <pc:chgData name="Torgrim Odde" userId="263d2d9e-d662-4ecd-84e3-6377197a8522" providerId="ADAL" clId="{F19F3179-E777-480F-BD2C-D9A8F24E3506}" dt="2025-12-09T19:45:52.477" v="6548" actId="1076"/>
        <pc:sldMkLst>
          <pc:docMk/>
          <pc:sldMk cId="2169469206" sldId="267"/>
        </pc:sldMkLst>
        <pc:spChg chg="mod">
          <ac:chgData name="Torgrim Odde" userId="263d2d9e-d662-4ecd-84e3-6377197a8522" providerId="ADAL" clId="{F19F3179-E777-480F-BD2C-D9A8F24E3506}" dt="2025-12-09T19:27:36.696" v="5636" actId="113"/>
          <ac:spMkLst>
            <pc:docMk/>
            <pc:sldMk cId="2169469206" sldId="267"/>
            <ac:spMk id="3" creationId="{BBEC21B5-1537-B624-5A90-AA2634D46A44}"/>
          </ac:spMkLst>
        </pc:spChg>
        <pc:spChg chg="del">
          <ac:chgData name="Torgrim Odde" userId="263d2d9e-d662-4ecd-84e3-6377197a8522" providerId="ADAL" clId="{F19F3179-E777-480F-BD2C-D9A8F24E3506}" dt="2025-12-09T19:27:11.480" v="5633"/>
          <ac:spMkLst>
            <pc:docMk/>
            <pc:sldMk cId="2169469206" sldId="267"/>
            <ac:spMk id="1033" creationId="{6D3A1FBC-CF3B-9A20-56E1-98C45F1C7034}"/>
          </ac:spMkLst>
        </pc:spChg>
        <pc:picChg chg="del">
          <ac:chgData name="Torgrim Odde" userId="263d2d9e-d662-4ecd-84e3-6377197a8522" providerId="ADAL" clId="{F19F3179-E777-480F-BD2C-D9A8F24E3506}" dt="2025-12-09T19:27:52.549" v="5638" actId="478"/>
          <ac:picMkLst>
            <pc:docMk/>
            <pc:sldMk cId="2169469206" sldId="267"/>
            <ac:picMk id="6" creationId="{64C5D520-48B9-3B00-1661-5112D4EBCF93}"/>
          </ac:picMkLst>
        </pc:picChg>
        <pc:picChg chg="add mod modCrop">
          <ac:chgData name="Torgrim Odde" userId="263d2d9e-d662-4ecd-84e3-6377197a8522" providerId="ADAL" clId="{F19F3179-E777-480F-BD2C-D9A8F24E3506}" dt="2025-12-09T19:45:52.477" v="6548" actId="1076"/>
          <ac:picMkLst>
            <pc:docMk/>
            <pc:sldMk cId="2169469206" sldId="267"/>
            <ac:picMk id="7" creationId="{573A9D9A-3D3C-FF96-524B-98B0EEFE0182}"/>
          </ac:picMkLst>
        </pc:picChg>
        <pc:picChg chg="del">
          <ac:chgData name="Torgrim Odde" userId="263d2d9e-d662-4ecd-84e3-6377197a8522" providerId="ADAL" clId="{F19F3179-E777-480F-BD2C-D9A8F24E3506}" dt="2025-12-09T19:27:54.223" v="5640" actId="478"/>
          <ac:picMkLst>
            <pc:docMk/>
            <pc:sldMk cId="2169469206" sldId="267"/>
            <ac:picMk id="8" creationId="{903FE64D-C205-2B92-FA77-CF2739FEAED7}"/>
          </ac:picMkLst>
        </pc:picChg>
        <pc:picChg chg="del">
          <ac:chgData name="Torgrim Odde" userId="263d2d9e-d662-4ecd-84e3-6377197a8522" providerId="ADAL" clId="{F19F3179-E777-480F-BD2C-D9A8F24E3506}" dt="2025-12-09T19:27:53.361" v="5639" actId="478"/>
          <ac:picMkLst>
            <pc:docMk/>
            <pc:sldMk cId="2169469206" sldId="267"/>
            <ac:picMk id="9" creationId="{34236AA3-3714-6558-A500-8BC13B47FEF3}"/>
          </ac:picMkLst>
        </pc:picChg>
        <pc:cxnChg chg="del">
          <ac:chgData name="Torgrim Odde" userId="263d2d9e-d662-4ecd-84e3-6377197a8522" providerId="ADAL" clId="{F19F3179-E777-480F-BD2C-D9A8F24E3506}" dt="2025-12-09T19:27:11.480" v="5633"/>
          <ac:cxnSpMkLst>
            <pc:docMk/>
            <pc:sldMk cId="2169469206" sldId="267"/>
            <ac:cxnSpMk id="1035" creationId="{9ADB1DF6-7876-ADBE-8D90-09215718C525}"/>
          </ac:cxnSpMkLst>
        </pc:cxnChg>
      </pc:sldChg>
      <pc:sldChg chg="addSp delSp modSp add mod modNotesTx">
        <pc:chgData name="Torgrim Odde" userId="263d2d9e-d662-4ecd-84e3-6377197a8522" providerId="ADAL" clId="{F19F3179-E777-480F-BD2C-D9A8F24E3506}" dt="2025-12-09T19:43:51.096" v="6431" actId="20577"/>
        <pc:sldMkLst>
          <pc:docMk/>
          <pc:sldMk cId="94062559" sldId="268"/>
        </pc:sldMkLst>
        <pc:spChg chg="del mod">
          <ac:chgData name="Torgrim Odde" userId="263d2d9e-d662-4ecd-84e3-6377197a8522" providerId="ADAL" clId="{F19F3179-E777-480F-BD2C-D9A8F24E3506}" dt="2025-12-09T19:40:29.536" v="6230" actId="478"/>
          <ac:spMkLst>
            <pc:docMk/>
            <pc:sldMk cId="94062559" sldId="268"/>
            <ac:spMk id="2" creationId="{6DAA5459-7AAD-BC24-DE75-E79B435081AF}"/>
          </ac:spMkLst>
        </pc:spChg>
        <pc:spChg chg="add del mod">
          <ac:chgData name="Torgrim Odde" userId="263d2d9e-d662-4ecd-84e3-6377197a8522" providerId="ADAL" clId="{F19F3179-E777-480F-BD2C-D9A8F24E3506}" dt="2025-12-09T19:40:27.421" v="6229"/>
          <ac:spMkLst>
            <pc:docMk/>
            <pc:sldMk cId="94062559" sldId="268"/>
            <ac:spMk id="3" creationId="{0CFC362F-E2CC-1524-584A-478E2635508A}"/>
          </ac:spMkLst>
        </pc:spChg>
        <pc:spChg chg="add del mod">
          <ac:chgData name="Torgrim Odde" userId="263d2d9e-d662-4ecd-84e3-6377197a8522" providerId="ADAL" clId="{F19F3179-E777-480F-BD2C-D9A8F24E3506}" dt="2025-12-09T19:41:19.091" v="6233" actId="478"/>
          <ac:spMkLst>
            <pc:docMk/>
            <pc:sldMk cId="94062559" sldId="268"/>
            <ac:spMk id="9" creationId="{8D19D1DE-0F1E-2656-A0AB-139DC16095E6}"/>
          </ac:spMkLst>
        </pc:spChg>
        <pc:spChg chg="add del mod">
          <ac:chgData name="Torgrim Odde" userId="263d2d9e-d662-4ecd-84e3-6377197a8522" providerId="ADAL" clId="{F19F3179-E777-480F-BD2C-D9A8F24E3506}" dt="2025-12-09T19:41:21.671" v="6234" actId="478"/>
          <ac:spMkLst>
            <pc:docMk/>
            <pc:sldMk cId="94062559" sldId="268"/>
            <ac:spMk id="10" creationId="{A618B509-7E1D-098D-6B88-6DE72E8B5814}"/>
          </ac:spMkLst>
        </pc:spChg>
        <pc:picChg chg="del">
          <ac:chgData name="Torgrim Odde" userId="263d2d9e-d662-4ecd-84e3-6377197a8522" providerId="ADAL" clId="{F19F3179-E777-480F-BD2C-D9A8F24E3506}" dt="2025-12-09T19:40:15.475" v="6228" actId="478"/>
          <ac:picMkLst>
            <pc:docMk/>
            <pc:sldMk cId="94062559" sldId="268"/>
            <ac:picMk id="5" creationId="{F0AD7438-E1AC-9476-D137-3C920EF9B920}"/>
          </ac:picMkLst>
        </pc:picChg>
        <pc:picChg chg="add del mod">
          <ac:chgData name="Torgrim Odde" userId="263d2d9e-d662-4ecd-84e3-6377197a8522" providerId="ADAL" clId="{F19F3179-E777-480F-BD2C-D9A8F24E3506}" dt="2025-12-09T19:41:15.777" v="6231" actId="478"/>
          <ac:picMkLst>
            <pc:docMk/>
            <pc:sldMk cId="94062559" sldId="268"/>
            <ac:picMk id="2050" creationId="{3B0E7FA4-4F6A-82D8-6E0E-A74DB1ABA056}"/>
          </ac:picMkLst>
        </pc:picChg>
        <pc:picChg chg="add mod">
          <ac:chgData name="Torgrim Odde" userId="263d2d9e-d662-4ecd-84e3-6377197a8522" providerId="ADAL" clId="{F19F3179-E777-480F-BD2C-D9A8F24E3506}" dt="2025-12-09T19:42:16.617" v="6248" actId="1076"/>
          <ac:picMkLst>
            <pc:docMk/>
            <pc:sldMk cId="94062559" sldId="268"/>
            <ac:picMk id="2052" creationId="{211F960C-37AE-96CB-8707-B6CD0DB706B3}"/>
          </ac:picMkLst>
        </pc:picChg>
        <pc:picChg chg="add mod">
          <ac:chgData name="Torgrim Odde" userId="263d2d9e-d662-4ecd-84e3-6377197a8522" providerId="ADAL" clId="{F19F3179-E777-480F-BD2C-D9A8F24E3506}" dt="2025-12-09T19:41:32.922" v="6238" actId="1076"/>
          <ac:picMkLst>
            <pc:docMk/>
            <pc:sldMk cId="94062559" sldId="268"/>
            <ac:picMk id="2054" creationId="{CA58E8CD-6184-C160-C050-4CD1266E0D44}"/>
          </ac:picMkLst>
        </pc:picChg>
      </pc:sldChg>
      <pc:sldChg chg="addSp delSp modSp new mod modNotesTx">
        <pc:chgData name="Torgrim Odde" userId="263d2d9e-d662-4ecd-84e3-6377197a8522" providerId="ADAL" clId="{F19F3179-E777-480F-BD2C-D9A8F24E3506}" dt="2025-12-09T19:49:22.408" v="6932" actId="478"/>
        <pc:sldMkLst>
          <pc:docMk/>
          <pc:sldMk cId="2273902640" sldId="269"/>
        </pc:sldMkLst>
        <pc:spChg chg="mod">
          <ac:chgData name="Torgrim Odde" userId="263d2d9e-d662-4ecd-84e3-6377197a8522" providerId="ADAL" clId="{F19F3179-E777-480F-BD2C-D9A8F24E3506}" dt="2025-12-09T19:44:19.956" v="6475" actId="20577"/>
          <ac:spMkLst>
            <pc:docMk/>
            <pc:sldMk cId="2273902640" sldId="269"/>
            <ac:spMk id="2" creationId="{D5EFFA7A-47A0-FDCD-2B65-170529FD7822}"/>
          </ac:spMkLst>
        </pc:spChg>
        <pc:spChg chg="mod">
          <ac:chgData name="Torgrim Odde" userId="263d2d9e-d662-4ecd-84e3-6377197a8522" providerId="ADAL" clId="{F19F3179-E777-480F-BD2C-D9A8F24E3506}" dt="2025-12-09T19:44:53.195" v="6542" actId="20577"/>
          <ac:spMkLst>
            <pc:docMk/>
            <pc:sldMk cId="2273902640" sldId="269"/>
            <ac:spMk id="3" creationId="{16784325-132C-D2E3-6DA0-AFCDFA0E07F2}"/>
          </ac:spMkLst>
        </pc:spChg>
        <pc:picChg chg="add mod">
          <ac:chgData name="Torgrim Odde" userId="263d2d9e-d662-4ecd-84e3-6377197a8522" providerId="ADAL" clId="{F19F3179-E777-480F-BD2C-D9A8F24E3506}" dt="2025-12-09T19:48:13.562" v="6769" actId="1076"/>
          <ac:picMkLst>
            <pc:docMk/>
            <pc:sldMk cId="2273902640" sldId="269"/>
            <ac:picMk id="6" creationId="{A64B289B-5F3A-A791-1C8C-619FE4560C77}"/>
          </ac:picMkLst>
        </pc:picChg>
        <pc:picChg chg="add del">
          <ac:chgData name="Torgrim Odde" userId="263d2d9e-d662-4ecd-84e3-6377197a8522" providerId="ADAL" clId="{F19F3179-E777-480F-BD2C-D9A8F24E3506}" dt="2025-12-09T19:49:22.408" v="6932" actId="478"/>
          <ac:picMkLst>
            <pc:docMk/>
            <pc:sldMk cId="2273902640" sldId="269"/>
            <ac:picMk id="6146" creationId="{92157387-997F-4BD3-737A-71E4E54062FE}"/>
          </ac:picMkLst>
        </pc:picChg>
      </pc:sldChg>
      <pc:sldChg chg="addSp delSp modSp new mod modNotesTx">
        <pc:chgData name="Torgrim Odde" userId="263d2d9e-d662-4ecd-84e3-6377197a8522" providerId="ADAL" clId="{F19F3179-E777-480F-BD2C-D9A8F24E3506}" dt="2025-12-09T19:49:27.355" v="6934" actId="478"/>
        <pc:sldMkLst>
          <pc:docMk/>
          <pc:sldMk cId="2437537548" sldId="270"/>
        </pc:sldMkLst>
        <pc:spChg chg="del">
          <ac:chgData name="Torgrim Odde" userId="263d2d9e-d662-4ecd-84e3-6377197a8522" providerId="ADAL" clId="{F19F3179-E777-480F-BD2C-D9A8F24E3506}" dt="2025-12-09T19:49:27.355" v="6934" actId="478"/>
          <ac:spMkLst>
            <pc:docMk/>
            <pc:sldMk cId="2437537548" sldId="270"/>
            <ac:spMk id="2" creationId="{BF466F75-B360-20A6-6CC3-D7E94C1D8EEF}"/>
          </ac:spMkLst>
        </pc:spChg>
        <pc:spChg chg="del">
          <ac:chgData name="Torgrim Odde" userId="263d2d9e-d662-4ecd-84e3-6377197a8522" providerId="ADAL" clId="{F19F3179-E777-480F-BD2C-D9A8F24E3506}" dt="2025-12-09T19:49:25.643" v="6933"/>
          <ac:spMkLst>
            <pc:docMk/>
            <pc:sldMk cId="2437537548" sldId="270"/>
            <ac:spMk id="3" creationId="{18F26C7F-9CA1-B630-E169-183E5D60E95A}"/>
          </ac:spMkLst>
        </pc:spChg>
        <pc:picChg chg="add mod">
          <ac:chgData name="Torgrim Odde" userId="263d2d9e-d662-4ecd-84e3-6377197a8522" providerId="ADAL" clId="{F19F3179-E777-480F-BD2C-D9A8F24E3506}" dt="2025-12-09T19:49:25.643" v="6933"/>
          <ac:picMkLst>
            <pc:docMk/>
            <pc:sldMk cId="2437537548" sldId="270"/>
            <ac:picMk id="7170" creationId="{F809668A-3788-D0FA-772D-ADAB05380FD0}"/>
          </ac:picMkLst>
        </pc:picChg>
      </pc:sldChg>
      <pc:sldChg chg="addSp delSp modSp new mod modNotesTx">
        <pc:chgData name="Torgrim Odde" userId="263d2d9e-d662-4ecd-84e3-6377197a8522" providerId="ADAL" clId="{F19F3179-E777-480F-BD2C-D9A8F24E3506}" dt="2025-12-09T19:47:38.160" v="6765" actId="20577"/>
        <pc:sldMkLst>
          <pc:docMk/>
          <pc:sldMk cId="170911753" sldId="271"/>
        </pc:sldMkLst>
        <pc:spChg chg="mod">
          <ac:chgData name="Torgrim Odde" userId="263d2d9e-d662-4ecd-84e3-6377197a8522" providerId="ADAL" clId="{F19F3179-E777-480F-BD2C-D9A8F24E3506}" dt="2025-12-09T19:46:49.254" v="6661" actId="20577"/>
          <ac:spMkLst>
            <pc:docMk/>
            <pc:sldMk cId="170911753" sldId="271"/>
            <ac:spMk id="2" creationId="{46DA7F0A-6588-F767-D4C7-73CB59B2D386}"/>
          </ac:spMkLst>
        </pc:spChg>
        <pc:spChg chg="del">
          <ac:chgData name="Torgrim Odde" userId="263d2d9e-d662-4ecd-84e3-6377197a8522" providerId="ADAL" clId="{F19F3179-E777-480F-BD2C-D9A8F24E3506}" dt="2025-12-09T19:46:22.860" v="6615"/>
          <ac:spMkLst>
            <pc:docMk/>
            <pc:sldMk cId="170911753" sldId="271"/>
            <ac:spMk id="3" creationId="{D97BFEB0-F7BF-7AAD-2FE8-1BAF5AF30B05}"/>
          </ac:spMkLst>
        </pc:spChg>
        <pc:picChg chg="add mod">
          <ac:chgData name="Torgrim Odde" userId="263d2d9e-d662-4ecd-84e3-6377197a8522" providerId="ADAL" clId="{F19F3179-E777-480F-BD2C-D9A8F24E3506}" dt="2025-12-09T19:46:41.212" v="6643" actId="1076"/>
          <ac:picMkLst>
            <pc:docMk/>
            <pc:sldMk cId="170911753" sldId="271"/>
            <ac:picMk id="5122" creationId="{1D8AB00F-0E05-A3B6-08AB-C25BE39536F1}"/>
          </ac:picMkLst>
        </pc:picChg>
      </pc:sldChg>
      <pc:sldChg chg="addSp delSp modSp new mod modNotesTx">
        <pc:chgData name="Torgrim Odde" userId="263d2d9e-d662-4ecd-84e3-6377197a8522" providerId="ADAL" clId="{F19F3179-E777-480F-BD2C-D9A8F24E3506}" dt="2025-12-09T20:10:37.453" v="9073" actId="1076"/>
        <pc:sldMkLst>
          <pc:docMk/>
          <pc:sldMk cId="1027419999" sldId="272"/>
        </pc:sldMkLst>
        <pc:spChg chg="del">
          <ac:chgData name="Torgrim Odde" userId="263d2d9e-d662-4ecd-84e3-6377197a8522" providerId="ADAL" clId="{F19F3179-E777-480F-BD2C-D9A8F24E3506}" dt="2025-12-09T19:49:48.064" v="6937" actId="478"/>
          <ac:spMkLst>
            <pc:docMk/>
            <pc:sldMk cId="1027419999" sldId="272"/>
            <ac:spMk id="2" creationId="{6C29162C-A118-E19D-394D-3CE73A1193C9}"/>
          </ac:spMkLst>
        </pc:spChg>
        <pc:spChg chg="del">
          <ac:chgData name="Torgrim Odde" userId="263d2d9e-d662-4ecd-84e3-6377197a8522" providerId="ADAL" clId="{F19F3179-E777-480F-BD2C-D9A8F24E3506}" dt="2025-12-09T19:49:46.066" v="6936"/>
          <ac:spMkLst>
            <pc:docMk/>
            <pc:sldMk cId="1027419999" sldId="272"/>
            <ac:spMk id="3" creationId="{58FD292D-633B-B6BA-1373-095A308D9C1F}"/>
          </ac:spMkLst>
        </pc:spChg>
        <pc:picChg chg="add mod">
          <ac:chgData name="Torgrim Odde" userId="263d2d9e-d662-4ecd-84e3-6377197a8522" providerId="ADAL" clId="{F19F3179-E777-480F-BD2C-D9A8F24E3506}" dt="2025-12-09T20:10:37.453" v="9073" actId="1076"/>
          <ac:picMkLst>
            <pc:docMk/>
            <pc:sldMk cId="1027419999" sldId="272"/>
            <ac:picMk id="8194" creationId="{9FB17E7C-868C-F608-9A82-DFCED24492DB}"/>
          </ac:picMkLst>
        </pc:picChg>
        <pc:picChg chg="add mod">
          <ac:chgData name="Torgrim Odde" userId="263d2d9e-d662-4ecd-84e3-6377197a8522" providerId="ADAL" clId="{F19F3179-E777-480F-BD2C-D9A8F24E3506}" dt="2025-12-09T20:10:34.530" v="9072" actId="1076"/>
          <ac:picMkLst>
            <pc:docMk/>
            <pc:sldMk cId="1027419999" sldId="272"/>
            <ac:picMk id="8196" creationId="{474766EF-61E6-0164-282C-3A006D2377B5}"/>
          </ac:picMkLst>
        </pc:picChg>
        <pc:picChg chg="add mod">
          <ac:chgData name="Torgrim Odde" userId="263d2d9e-d662-4ecd-84e3-6377197a8522" providerId="ADAL" clId="{F19F3179-E777-480F-BD2C-D9A8F24E3506}" dt="2025-12-09T20:10:29.664" v="9071" actId="1076"/>
          <ac:picMkLst>
            <pc:docMk/>
            <pc:sldMk cId="1027419999" sldId="272"/>
            <ac:picMk id="8198" creationId="{AC5FEA8D-A7C9-1FCD-6117-D3853D72F0B9}"/>
          </ac:picMkLst>
        </pc:picChg>
      </pc:sldChg>
      <pc:sldChg chg="addSp delSp modSp new mod modNotesTx">
        <pc:chgData name="Torgrim Odde" userId="263d2d9e-d662-4ecd-84e3-6377197a8522" providerId="ADAL" clId="{F19F3179-E777-480F-BD2C-D9A8F24E3506}" dt="2025-12-09T19:56:53.245" v="7532" actId="1076"/>
        <pc:sldMkLst>
          <pc:docMk/>
          <pc:sldMk cId="3190432387" sldId="273"/>
        </pc:sldMkLst>
        <pc:spChg chg="mod">
          <ac:chgData name="Torgrim Odde" userId="263d2d9e-d662-4ecd-84e3-6377197a8522" providerId="ADAL" clId="{F19F3179-E777-480F-BD2C-D9A8F24E3506}" dt="2025-12-09T19:52:34.702" v="7292" actId="20577"/>
          <ac:spMkLst>
            <pc:docMk/>
            <pc:sldMk cId="3190432387" sldId="273"/>
            <ac:spMk id="2" creationId="{9FF4DFBC-A4DF-707E-995C-E631A85660C5}"/>
          </ac:spMkLst>
        </pc:spChg>
        <pc:spChg chg="del">
          <ac:chgData name="Torgrim Odde" userId="263d2d9e-d662-4ecd-84e3-6377197a8522" providerId="ADAL" clId="{F19F3179-E777-480F-BD2C-D9A8F24E3506}" dt="2025-12-09T19:56:05.452" v="7524" actId="22"/>
          <ac:spMkLst>
            <pc:docMk/>
            <pc:sldMk cId="3190432387" sldId="273"/>
            <ac:spMk id="3" creationId="{A5E29760-D3A8-F3B6-F0B6-3299B6485226}"/>
          </ac:spMkLst>
        </pc:spChg>
        <pc:picChg chg="add mod ord">
          <ac:chgData name="Torgrim Odde" userId="263d2d9e-d662-4ecd-84e3-6377197a8522" providerId="ADAL" clId="{F19F3179-E777-480F-BD2C-D9A8F24E3506}" dt="2025-12-09T19:56:48.596" v="7528" actId="1076"/>
          <ac:picMkLst>
            <pc:docMk/>
            <pc:sldMk cId="3190432387" sldId="273"/>
            <ac:picMk id="6" creationId="{AACDB366-02C4-C177-4EB8-2BD5E3B38916}"/>
          </ac:picMkLst>
        </pc:picChg>
        <pc:picChg chg="add mod">
          <ac:chgData name="Torgrim Odde" userId="263d2d9e-d662-4ecd-84e3-6377197a8522" providerId="ADAL" clId="{F19F3179-E777-480F-BD2C-D9A8F24E3506}" dt="2025-12-09T19:56:53.245" v="7532" actId="1076"/>
          <ac:picMkLst>
            <pc:docMk/>
            <pc:sldMk cId="3190432387" sldId="273"/>
            <ac:picMk id="8" creationId="{975EEC13-37BD-5DE1-49DC-CDF15A570428}"/>
          </ac:picMkLst>
        </pc:picChg>
      </pc:sldChg>
      <pc:sldChg chg="addSp delSp modSp new mod modNotesTx">
        <pc:chgData name="Torgrim Odde" userId="263d2d9e-d662-4ecd-84e3-6377197a8522" providerId="ADAL" clId="{F19F3179-E777-480F-BD2C-D9A8F24E3506}" dt="2025-12-09T20:10:54.834" v="9083" actId="1036"/>
        <pc:sldMkLst>
          <pc:docMk/>
          <pc:sldMk cId="1722902679" sldId="274"/>
        </pc:sldMkLst>
        <pc:spChg chg="del">
          <ac:chgData name="Torgrim Odde" userId="263d2d9e-d662-4ecd-84e3-6377197a8522" providerId="ADAL" clId="{F19F3179-E777-480F-BD2C-D9A8F24E3506}" dt="2025-12-09T19:53:01.363" v="7296" actId="478"/>
          <ac:spMkLst>
            <pc:docMk/>
            <pc:sldMk cId="1722902679" sldId="274"/>
            <ac:spMk id="2" creationId="{4C62817F-8F5B-CA3A-3FAE-0D3FC8226804}"/>
          </ac:spMkLst>
        </pc:spChg>
        <pc:spChg chg="del mod">
          <ac:chgData name="Torgrim Odde" userId="263d2d9e-d662-4ecd-84e3-6377197a8522" providerId="ADAL" clId="{F19F3179-E777-480F-BD2C-D9A8F24E3506}" dt="2025-12-09T19:53:00.554" v="7295" actId="478"/>
          <ac:spMkLst>
            <pc:docMk/>
            <pc:sldMk cId="1722902679" sldId="274"/>
            <ac:spMk id="3" creationId="{DBBA0E5B-82A6-9832-24A2-673A1B724D4E}"/>
          </ac:spMkLst>
        </pc:spChg>
        <pc:picChg chg="add del mod">
          <ac:chgData name="Torgrim Odde" userId="263d2d9e-d662-4ecd-84e3-6377197a8522" providerId="ADAL" clId="{F19F3179-E777-480F-BD2C-D9A8F24E3506}" dt="2025-12-09T20:02:03.794" v="8339" actId="478"/>
          <ac:picMkLst>
            <pc:docMk/>
            <pc:sldMk cId="1722902679" sldId="274"/>
            <ac:picMk id="9218" creationId="{4C674FD1-2B20-90E5-F9FD-4A1802A1201D}"/>
          </ac:picMkLst>
        </pc:picChg>
        <pc:picChg chg="add del mod">
          <ac:chgData name="Torgrim Odde" userId="263d2d9e-d662-4ecd-84e3-6377197a8522" providerId="ADAL" clId="{F19F3179-E777-480F-BD2C-D9A8F24E3506}" dt="2025-12-09T20:02:04.731" v="8340" actId="478"/>
          <ac:picMkLst>
            <pc:docMk/>
            <pc:sldMk cId="1722902679" sldId="274"/>
            <ac:picMk id="9220" creationId="{F4110235-E5C7-0B2A-2690-3CF0A33EA926}"/>
          </ac:picMkLst>
        </pc:picChg>
        <pc:picChg chg="add del mod">
          <ac:chgData name="Torgrim Odde" userId="263d2d9e-d662-4ecd-84e3-6377197a8522" providerId="ADAL" clId="{F19F3179-E777-480F-BD2C-D9A8F24E3506}" dt="2025-12-09T20:02:05.653" v="8341" actId="478"/>
          <ac:picMkLst>
            <pc:docMk/>
            <pc:sldMk cId="1722902679" sldId="274"/>
            <ac:picMk id="9222" creationId="{701EC21D-1B46-BFF4-911F-A042E964A7B3}"/>
          </ac:picMkLst>
        </pc:picChg>
        <pc:picChg chg="add mod">
          <ac:chgData name="Torgrim Odde" userId="263d2d9e-d662-4ecd-84e3-6377197a8522" providerId="ADAL" clId="{F19F3179-E777-480F-BD2C-D9A8F24E3506}" dt="2025-12-09T20:02:27.580" v="8349" actId="1076"/>
          <ac:picMkLst>
            <pc:docMk/>
            <pc:sldMk cId="1722902679" sldId="274"/>
            <ac:picMk id="9224" creationId="{B129BFD1-33FF-8E2C-D7FE-BE67FD89F97B}"/>
          </ac:picMkLst>
        </pc:picChg>
        <pc:picChg chg="add mod">
          <ac:chgData name="Torgrim Odde" userId="263d2d9e-d662-4ecd-84e3-6377197a8522" providerId="ADAL" clId="{F19F3179-E777-480F-BD2C-D9A8F24E3506}" dt="2025-12-09T20:10:52.257" v="9080" actId="1036"/>
          <ac:picMkLst>
            <pc:docMk/>
            <pc:sldMk cId="1722902679" sldId="274"/>
            <ac:picMk id="9226" creationId="{D4A7DD35-EA20-9ACA-1C6F-E8421B63CB16}"/>
          </ac:picMkLst>
        </pc:picChg>
        <pc:picChg chg="add mod">
          <ac:chgData name="Torgrim Odde" userId="263d2d9e-d662-4ecd-84e3-6377197a8522" providerId="ADAL" clId="{F19F3179-E777-480F-BD2C-D9A8F24E3506}" dt="2025-12-09T20:10:54.834" v="9083" actId="1036"/>
          <ac:picMkLst>
            <pc:docMk/>
            <pc:sldMk cId="1722902679" sldId="274"/>
            <ac:picMk id="9228" creationId="{9E11A27E-5F4D-677B-4B94-F8FF640EB7E9}"/>
          </ac:picMkLst>
        </pc:picChg>
      </pc:sldChg>
      <pc:sldChg chg="modSp new mod modNotesTx">
        <pc:chgData name="Torgrim Odde" userId="263d2d9e-d662-4ecd-84e3-6377197a8522" providerId="ADAL" clId="{F19F3179-E777-480F-BD2C-D9A8F24E3506}" dt="2025-12-09T19:59:13.013" v="8004" actId="5793"/>
        <pc:sldMkLst>
          <pc:docMk/>
          <pc:sldMk cId="744451851" sldId="275"/>
        </pc:sldMkLst>
        <pc:spChg chg="mod">
          <ac:chgData name="Torgrim Odde" userId="263d2d9e-d662-4ecd-84e3-6377197a8522" providerId="ADAL" clId="{F19F3179-E777-480F-BD2C-D9A8F24E3506}" dt="2025-12-09T19:57:52.463" v="7756" actId="20577"/>
          <ac:spMkLst>
            <pc:docMk/>
            <pc:sldMk cId="744451851" sldId="275"/>
            <ac:spMk id="2" creationId="{F8090F90-DBBF-1B09-087E-F0028775218C}"/>
          </ac:spMkLst>
        </pc:spChg>
        <pc:spChg chg="mod">
          <ac:chgData name="Torgrim Odde" userId="263d2d9e-d662-4ecd-84e3-6377197a8522" providerId="ADAL" clId="{F19F3179-E777-480F-BD2C-D9A8F24E3506}" dt="2025-12-09T19:58:50.086" v="7925" actId="20577"/>
          <ac:spMkLst>
            <pc:docMk/>
            <pc:sldMk cId="744451851" sldId="275"/>
            <ac:spMk id="3" creationId="{B80CD1B2-06B4-DA09-B4DB-43AFB5451A84}"/>
          </ac:spMkLst>
        </pc:spChg>
      </pc:sldChg>
      <pc:sldChg chg="modSp new mod">
        <pc:chgData name="Torgrim Odde" userId="263d2d9e-d662-4ecd-84e3-6377197a8522" providerId="ADAL" clId="{F19F3179-E777-480F-BD2C-D9A8F24E3506}" dt="2025-12-09T20:00:15.864" v="8193" actId="20577"/>
        <pc:sldMkLst>
          <pc:docMk/>
          <pc:sldMk cId="362395118" sldId="276"/>
        </pc:sldMkLst>
        <pc:spChg chg="mod">
          <ac:chgData name="Torgrim Odde" userId="263d2d9e-d662-4ecd-84e3-6377197a8522" providerId="ADAL" clId="{F19F3179-E777-480F-BD2C-D9A8F24E3506}" dt="2025-12-09T19:59:50.164" v="8097" actId="20577"/>
          <ac:spMkLst>
            <pc:docMk/>
            <pc:sldMk cId="362395118" sldId="276"/>
            <ac:spMk id="2" creationId="{0D3F70E0-AB4D-7DD0-ED87-427D24E74FE3}"/>
          </ac:spMkLst>
        </pc:spChg>
        <pc:spChg chg="mod">
          <ac:chgData name="Torgrim Odde" userId="263d2d9e-d662-4ecd-84e3-6377197a8522" providerId="ADAL" clId="{F19F3179-E777-480F-BD2C-D9A8F24E3506}" dt="2025-12-09T20:00:15.864" v="8193" actId="20577"/>
          <ac:spMkLst>
            <pc:docMk/>
            <pc:sldMk cId="362395118" sldId="276"/>
            <ac:spMk id="3" creationId="{406057F0-DA55-54CE-ED4F-ACD70E90EF14}"/>
          </ac:spMkLst>
        </pc:spChg>
      </pc:sldChg>
      <pc:sldChg chg="addSp modSp new mod">
        <pc:chgData name="Torgrim Odde" userId="263d2d9e-d662-4ecd-84e3-6377197a8522" providerId="ADAL" clId="{F19F3179-E777-480F-BD2C-D9A8F24E3506}" dt="2025-12-09T20:05:56.311" v="8600" actId="20577"/>
        <pc:sldMkLst>
          <pc:docMk/>
          <pc:sldMk cId="4192516242" sldId="277"/>
        </pc:sldMkLst>
        <pc:spChg chg="mod">
          <ac:chgData name="Torgrim Odde" userId="263d2d9e-d662-4ecd-84e3-6377197a8522" providerId="ADAL" clId="{F19F3179-E777-480F-BD2C-D9A8F24E3506}" dt="2025-12-09T19:59:24.269" v="8033" actId="20577"/>
          <ac:spMkLst>
            <pc:docMk/>
            <pc:sldMk cId="4192516242" sldId="277"/>
            <ac:spMk id="2" creationId="{0C1A0212-279F-7051-90C3-5E9DD56C987F}"/>
          </ac:spMkLst>
        </pc:spChg>
        <pc:spChg chg="mod">
          <ac:chgData name="Torgrim Odde" userId="263d2d9e-d662-4ecd-84e3-6377197a8522" providerId="ADAL" clId="{F19F3179-E777-480F-BD2C-D9A8F24E3506}" dt="2025-12-09T20:05:56.311" v="8600" actId="20577"/>
          <ac:spMkLst>
            <pc:docMk/>
            <pc:sldMk cId="4192516242" sldId="277"/>
            <ac:spMk id="3" creationId="{7E77DEC8-24DD-5503-AFCE-1CEE12064838}"/>
          </ac:spMkLst>
        </pc:spChg>
        <pc:picChg chg="add mod">
          <ac:chgData name="Torgrim Odde" userId="263d2d9e-d662-4ecd-84e3-6377197a8522" providerId="ADAL" clId="{F19F3179-E777-480F-BD2C-D9A8F24E3506}" dt="2025-12-09T20:05:33.485" v="8559" actId="1076"/>
          <ac:picMkLst>
            <pc:docMk/>
            <pc:sldMk cId="4192516242" sldId="277"/>
            <ac:picMk id="10242" creationId="{46475A38-0E78-F28E-3843-83144D837DCB}"/>
          </ac:picMkLst>
        </pc:picChg>
        <pc:picChg chg="add mod">
          <ac:chgData name="Torgrim Odde" userId="263d2d9e-d662-4ecd-84e3-6377197a8522" providerId="ADAL" clId="{F19F3179-E777-480F-BD2C-D9A8F24E3506}" dt="2025-12-09T20:05:44.054" v="8563" actId="1076"/>
          <ac:picMkLst>
            <pc:docMk/>
            <pc:sldMk cId="4192516242" sldId="277"/>
            <ac:picMk id="10244" creationId="{2BDC8ABF-C8B0-B372-C67B-7152872B4451}"/>
          </ac:picMkLst>
        </pc:picChg>
      </pc:sldChg>
      <pc:sldChg chg="modSp new mod">
        <pc:chgData name="Torgrim Odde" userId="263d2d9e-d662-4ecd-84e3-6377197a8522" providerId="ADAL" clId="{F19F3179-E777-480F-BD2C-D9A8F24E3506}" dt="2025-12-09T20:01:22.946" v="8338" actId="20577"/>
        <pc:sldMkLst>
          <pc:docMk/>
          <pc:sldMk cId="3231514265" sldId="278"/>
        </pc:sldMkLst>
        <pc:spChg chg="mod">
          <ac:chgData name="Torgrim Odde" userId="263d2d9e-d662-4ecd-84e3-6377197a8522" providerId="ADAL" clId="{F19F3179-E777-480F-BD2C-D9A8F24E3506}" dt="2025-12-09T20:00:29.014" v="8212" actId="20577"/>
          <ac:spMkLst>
            <pc:docMk/>
            <pc:sldMk cId="3231514265" sldId="278"/>
            <ac:spMk id="2" creationId="{F36E9933-4414-9DA1-57F9-32078EB8336A}"/>
          </ac:spMkLst>
        </pc:spChg>
        <pc:spChg chg="mod">
          <ac:chgData name="Torgrim Odde" userId="263d2d9e-d662-4ecd-84e3-6377197a8522" providerId="ADAL" clId="{F19F3179-E777-480F-BD2C-D9A8F24E3506}" dt="2025-12-09T20:01:22.946" v="8338" actId="20577"/>
          <ac:spMkLst>
            <pc:docMk/>
            <pc:sldMk cId="3231514265" sldId="278"/>
            <ac:spMk id="3" creationId="{CF0B3EC5-2FC9-E8CD-E858-54B6AE42D575}"/>
          </ac:spMkLst>
        </pc:spChg>
      </pc:sldChg>
      <pc:sldChg chg="modSp new mod">
        <pc:chgData name="Torgrim Odde" userId="263d2d9e-d662-4ecd-84e3-6377197a8522" providerId="ADAL" clId="{F19F3179-E777-480F-BD2C-D9A8F24E3506}" dt="2025-12-09T20:07:46.838" v="8751" actId="20577"/>
        <pc:sldMkLst>
          <pc:docMk/>
          <pc:sldMk cId="2416367814" sldId="279"/>
        </pc:sldMkLst>
        <pc:spChg chg="mod">
          <ac:chgData name="Torgrim Odde" userId="263d2d9e-d662-4ecd-84e3-6377197a8522" providerId="ADAL" clId="{F19F3179-E777-480F-BD2C-D9A8F24E3506}" dt="2025-12-09T20:07:02.547" v="8635" actId="20577"/>
          <ac:spMkLst>
            <pc:docMk/>
            <pc:sldMk cId="2416367814" sldId="279"/>
            <ac:spMk id="2" creationId="{88180480-6E34-3BF3-300B-F596DFF6D42D}"/>
          </ac:spMkLst>
        </pc:spChg>
        <pc:spChg chg="mod">
          <ac:chgData name="Torgrim Odde" userId="263d2d9e-d662-4ecd-84e3-6377197a8522" providerId="ADAL" clId="{F19F3179-E777-480F-BD2C-D9A8F24E3506}" dt="2025-12-09T20:07:46.838" v="8751" actId="20577"/>
          <ac:spMkLst>
            <pc:docMk/>
            <pc:sldMk cId="2416367814" sldId="279"/>
            <ac:spMk id="3" creationId="{04C3E930-8E5C-5A50-CB5A-CA8CFE554CD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ED373-BAD1-4F47-AB59-36CCC457D4C9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439AA-4617-4627-B5F6-FFD7862B7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9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start, Malvin will cover the second part and conclude project 4 – our final project for this course.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2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project covers both mixing tanks dynamics and groundwater transport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project presentation follow the project build-up and exercises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start from a simple mass balance and build up to full stochastic simulation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Goal of the project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Use Monte Carlo to model uncertainty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Validate against deterministic ODE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Compare risk scenarios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0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start with a perfectly mixed single tank.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governing equation comes from a standard mass balance, and the solution is exponential decay toward the steady-state determined by inflow concentration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Monte Carlo should match it in expectation, we will come back to that later 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43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Monte Carlo concept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have uncertainty from volume (V), flow (Q) and initial concentration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then repeat the simulation many times, sample parameters and compute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Mean, Standard deviation and Confidence Intervals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As a result, we get not only a prediction, but also the range of outcomes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our project, Monte Carlo is used to propagate parameter uncertainty with two methods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Option 1: each run has fixed parameters (and we simulate for 100 runs, 1000 steps)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What’s important to mention is that we introduced the particle probability and used this for simulating the best and most realistic results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The code snippets show how we implement the Particle Probability, Explicit Euler and set Sample parameters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3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Here, we showcase the Monte Carlo simulations (with particle probability) next to the “perfect” explicit Euler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What we can see from the plot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mean closely follow the analytical decay (purely exponential), showing robustness of the system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particle Monte Carlo adds sampling noise to the simulations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confidence intervals are very narrow (which is why we zoom in on plot 3 </a:t>
            </a:r>
            <a:r>
              <a:rPr lang="en-US" dirty="0" err="1"/>
              <a:t>iot</a:t>
            </a:r>
            <a:r>
              <a:rPr lang="en-US" dirty="0"/>
              <a:t> visualize it)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Uncertainty at this stage is dominated by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Initial concentration and decay rate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36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2A7B2-C1F5-6C8C-E6A0-6A476700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8CACDC90-3F7E-FA39-AA8D-670B838A0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76A982F2-68D4-5C03-2658-4D6AB86EF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Option 2: flow rates vary dynamically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 resample flow rate Q(t) at every time step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Volume and initial concentration are till fixed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35D97D3-09C6-9BA7-FE43-C1F1C8292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FDA7-782E-0E03-84E2-75895F18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1D04FA27-C2D6-BC24-960B-B2B4500DC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845CB261-82C1-313B-48A6-FD07E0E4B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Again, we compare the Monte Carlo simulation with the explicit Euler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What we can see from the plot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Both means closely follow the analytical decay (purely exponential), showing robustness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Again, the key difference lie in the standard deviations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Even with fluctuation flow, the average behavior is close to identical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Uncertainty changes slightly</a:t>
            </a:r>
          </a:p>
          <a:p>
            <a:endParaRPr lang="en-US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0DF355F-85CA-2ED7-F438-5C37B45BA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09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better compare the two, we can show them on the same graph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means are identical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STD changes slightly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Again, particle adds sampling noise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483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second tank is affected by the first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third tank is affected by the 2</a:t>
            </a:r>
            <a:r>
              <a:rPr lang="en-US" baseline="30000" dirty="0"/>
              <a:t>nd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1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Again, we use the particle probability Monte Carlo for our simulations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59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Here, we clearly see ow the latter tank affects the previous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Means have a peak (later and later)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NB: Magnitude decreases downstream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STD has later and higher peaks based on flow from previous tank (and initial concentration in own tank)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99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solve a 3x3 linear system to find our constants for the three tanks: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Tank 1 is exponential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Tank 2 has added </a:t>
            </a:r>
            <a:r>
              <a:rPr lang="en-US" dirty="0" err="1"/>
              <a:t>te</a:t>
            </a:r>
            <a:r>
              <a:rPr lang="en-US" dirty="0"/>
              <a:t>^-kt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Tank 3 has added </a:t>
            </a:r>
            <a:r>
              <a:rPr lang="en-US" dirty="0" err="1"/>
              <a:t>te</a:t>
            </a:r>
            <a:r>
              <a:rPr lang="en-US" dirty="0"/>
              <a:t>^-kt and t^2e^-kt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03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Mean curves are visually identical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Differences only in STD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Follow expected behavior of 3 tank system, where latter tank inherits from prior tank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Some deviations from the Explicit Euler, but these differences are minor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Again, this confirms the correctness of our simulations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95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therefore gain uncertainty quantification at the expense of runtime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06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Both methods have value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Monte Carlo is best when risk and uncertainty are central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14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439AA-4617-4627-B5F6-FFD7862B74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EFC7-1B3C-4B0F-AFC7-781CD6B4747D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0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DE27B-BC99-4A0A-BCFD-ED0A267D9D51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5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62175-7B16-402E-9E2A-82AFC18A8DE6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7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8267C-7252-40EA-A643-356AD4037C13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1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C845-5CAB-4C98-B308-7DC64DC94442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3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C57F5-CCCF-4169-9887-C85A6A4A9305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A02F-ABD3-4941-934D-1D1C21EA3D08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8457-5E11-4F74-9E39-A700DF498CFF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6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96D06-1C8D-4B9D-9720-486DA66A489C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36719-8640-4027-924D-33E828541D99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0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8F77-05EF-4003-8D2E-60226B47138D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51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B8CF3C04-353E-43C9-BC6F-8427A61ACD27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Sylinder 7">
            <a:extLst>
              <a:ext uri="{FF2B5EF4-FFF2-40B4-BE49-F238E27FC236}">
                <a16:creationId xmlns:a16="http://schemas.microsoft.com/office/drawing/2014/main" id="{20D6977A-2BC9-810F-50A5-2840DD0D6E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175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92161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11C99DC-C3C5-4EBE-91DD-345109C3D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665F997-7BA8-D1AE-21E3-8A66EB7AC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515" y="1076635"/>
            <a:ext cx="4155281" cy="3495365"/>
          </a:xfrm>
        </p:spPr>
        <p:txBody>
          <a:bodyPr anchor="t">
            <a:normAutofit/>
          </a:bodyPr>
          <a:lstStyle/>
          <a:p>
            <a:r>
              <a:rPr lang="en-US" sz="4000" dirty="0"/>
              <a:t>Project 4 – Monte </a:t>
            </a:r>
            <a:r>
              <a:rPr lang="en-US" sz="4000" dirty="0" err="1"/>
              <a:t>carlo</a:t>
            </a:r>
            <a:endParaRPr lang="en-US" sz="4000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60469092-CE1F-BFB3-CC73-F735F1858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940" y="4525682"/>
            <a:ext cx="3638358" cy="1318124"/>
          </a:xfrm>
        </p:spPr>
        <p:txBody>
          <a:bodyPr anchor="b">
            <a:normAutofit/>
          </a:bodyPr>
          <a:lstStyle/>
          <a:p>
            <a:r>
              <a:rPr lang="en-US" dirty="0"/>
              <a:t>Malvin </a:t>
            </a:r>
            <a:r>
              <a:rPr lang="en-US" dirty="0" err="1"/>
              <a:t>Varpe</a:t>
            </a:r>
            <a:r>
              <a:rPr lang="en-US" dirty="0"/>
              <a:t> &amp; </a:t>
            </a:r>
            <a:br>
              <a:rPr lang="en-US" dirty="0"/>
            </a:br>
            <a:r>
              <a:rPr lang="en-US" dirty="0"/>
              <a:t>Torgrim Odde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684" y="118679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Hvit struktur">
            <a:extLst>
              <a:ext uri="{FF2B5EF4-FFF2-40B4-BE49-F238E27FC236}">
                <a16:creationId xmlns:a16="http://schemas.microsoft.com/office/drawing/2014/main" id="{36F57848-66CA-2942-B675-DFAE15E48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r="26742"/>
          <a:stretch>
            <a:fillRect/>
          </a:stretch>
        </p:blipFill>
        <p:spPr>
          <a:xfrm>
            <a:off x="5524500" y="1"/>
            <a:ext cx="6667501" cy="6857999"/>
          </a:xfrm>
          <a:prstGeom prst="rect">
            <a:avLst/>
          </a:prstGeom>
        </p:spPr>
      </p:pic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45F2A5A8-881A-55B0-AF64-C67B449D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6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E7E2E7-45DB-F5D7-BBC9-1877FF3C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23252EE-EC5F-074F-DA44-2F7D4EEB4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Governing Theory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Monte Carlo Mixing Tanks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Option 1 – Fixed Parameters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Option 2 – Time Varying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Validation Against 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Walk In Aquifers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Unbiased vs Biased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Risk Assessment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Conclusions &amp; Learning Outcomes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FCCDC10-7C6D-CD0D-CB58-21012291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10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E988F04-0BFD-A8D8-12D1-141D2AD43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Governing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FA87EBFE-09AD-23FF-96FB-1C0BD372F3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Single Tank Equation:</a:t>
                </a:r>
              </a:p>
              <a:p>
                <a:pPr marL="0" indent="0">
                  <a:buNone/>
                </a:pPr>
                <a:r>
                  <a:rPr lang="en-US" dirty="0"/>
                  <a:t>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Analytical solution: 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𝑠𝑠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FA87EBFE-09AD-23FF-96FB-1C0BD372F3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697AADB-5456-4C0F-95D7-2E80574C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7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657D3EF3-0F8A-B61C-FB15-17A38D568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3" y="1091868"/>
            <a:ext cx="5077479" cy="2042160"/>
          </a:xfrm>
        </p:spPr>
        <p:txBody>
          <a:bodyPr>
            <a:normAutofit/>
          </a:bodyPr>
          <a:lstStyle/>
          <a:p>
            <a:r>
              <a:rPr lang="en-US" sz="4000" dirty="0"/>
              <a:t>Monte Carlo Mixing Tanks 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E55FB8EA-5471-4074-88CA-98AA3AD98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2112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A2325B8-FD9C-829B-0008-129A9C16C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567" y="2674622"/>
            <a:ext cx="3620005" cy="3028704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Option 1: </a:t>
            </a:r>
            <a:br>
              <a:rPr lang="en-US" b="1" dirty="0"/>
            </a:br>
            <a:r>
              <a:rPr lang="en-US" b="1" dirty="0"/>
              <a:t>Fixed parameter per run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Option 2: </a:t>
            </a:r>
            <a:br>
              <a:rPr lang="en-US" dirty="0"/>
            </a:br>
            <a:r>
              <a:rPr lang="en-US" dirty="0"/>
              <a:t>Parameters vary each step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Outputs: Mean, Confidence Interval, Standard Deviation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92FBE9E5-834C-2178-0EA5-693B3C01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6" name="Bilde 5" descr="Et bilde som inneholder tekst, Font, skjermbilde, line&#10;&#10;KI-generert innhold kan være feil.">
            <a:extLst>
              <a:ext uri="{FF2B5EF4-FFF2-40B4-BE49-F238E27FC236}">
                <a16:creationId xmlns:a16="http://schemas.microsoft.com/office/drawing/2014/main" id="{78E82199-980B-4E75-E2B3-7E59A9267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481" y="3063445"/>
            <a:ext cx="3620005" cy="1162212"/>
          </a:xfrm>
          <a:prstGeom prst="rect">
            <a:avLst/>
          </a:prstGeom>
        </p:spPr>
      </p:pic>
      <p:pic>
        <p:nvPicPr>
          <p:cNvPr id="8" name="Bilde 7" descr="Et bilde som inneholder tekst, Font, skjermbilde, line&#10;&#10;KI-generert innhold kan være feil.">
            <a:extLst>
              <a:ext uri="{FF2B5EF4-FFF2-40B4-BE49-F238E27FC236}">
                <a16:creationId xmlns:a16="http://schemas.microsoft.com/office/drawing/2014/main" id="{CA1647E0-A405-05DF-E082-4D1417C02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478" y="1185205"/>
            <a:ext cx="5249008" cy="1238423"/>
          </a:xfrm>
          <a:prstGeom prst="rect">
            <a:avLst/>
          </a:prstGeom>
        </p:spPr>
      </p:pic>
      <p:pic>
        <p:nvPicPr>
          <p:cNvPr id="9" name="Bilde 8" descr="Et bilde som inneholder tekst, Font, line, skjermbilde&#10;&#10;KI-generert innhold kan være feil.">
            <a:extLst>
              <a:ext uri="{FF2B5EF4-FFF2-40B4-BE49-F238E27FC236}">
                <a16:creationId xmlns:a16="http://schemas.microsoft.com/office/drawing/2014/main" id="{1C1E77BC-8AAC-F5CC-DDB0-B8181C85D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687" y="4865475"/>
            <a:ext cx="6982799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26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A087A116-8CD2-60DE-B344-F04569293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5</a:t>
            </a:fld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59F4912-493A-FAE8-1685-AD8D8CEB2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86150"/>
            <a:ext cx="121920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6E4827D-EC08-761A-B5B7-F524D8A03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"/>
            <a:ext cx="121920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587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F8F49-B290-9A67-14D1-77A4302A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603C46C-BCB1-6203-8AE3-08C1BE66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3" y="1091868"/>
            <a:ext cx="5077479" cy="2042160"/>
          </a:xfrm>
        </p:spPr>
        <p:txBody>
          <a:bodyPr>
            <a:normAutofit/>
          </a:bodyPr>
          <a:lstStyle/>
          <a:p>
            <a:r>
              <a:rPr lang="en-US" sz="4000" dirty="0"/>
              <a:t>Monte Carlo Mixing Tanks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BEC21B5-1537-B624-5A90-AA2634D46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567" y="2674622"/>
            <a:ext cx="3620005" cy="3028704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Option 1: </a:t>
            </a:r>
            <a:br>
              <a:rPr lang="en-US" dirty="0"/>
            </a:br>
            <a:r>
              <a:rPr lang="en-US" dirty="0"/>
              <a:t>Fixed parameter per run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Option 2: </a:t>
            </a:r>
            <a:br>
              <a:rPr lang="en-US" b="1" dirty="0"/>
            </a:br>
            <a:r>
              <a:rPr lang="en-US" b="1" dirty="0"/>
              <a:t>Parameters vary each step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Outputs: Mean, Confidence Interval, Standard Deviation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7B36FC1-C3DD-C973-9D8F-C8501638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3190" y="6389688"/>
            <a:ext cx="9402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9D7796-F675-488F-AC46-C88938C8035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7" name="Bilde 6" descr="Et bilde som inneholder tekst, Font, skjermbilde, algebra&#10;&#10;KI-generert innhold kan være feil.">
            <a:extLst>
              <a:ext uri="{FF2B5EF4-FFF2-40B4-BE49-F238E27FC236}">
                <a16:creationId xmlns:a16="http://schemas.microsoft.com/office/drawing/2014/main" id="{573A9D9A-3D3C-FF96-524B-98B0EEFE01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322"/>
          <a:stretch>
            <a:fillRect/>
          </a:stretch>
        </p:blipFill>
        <p:spPr>
          <a:xfrm>
            <a:off x="4711208" y="2674622"/>
            <a:ext cx="6978066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6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1459-54B7-8F07-98AE-914BBA0E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28ED7C5-8BCB-CB2D-8CE2-D105E887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7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11F960C-37AE-96CB-8707-B6CD0DB70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82963"/>
            <a:ext cx="121920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A58E8CD-6184-C160-C050-4CD1266E0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"/>
            <a:ext cx="121920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6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6DA7F0A-6588-F767-D4C7-73CB59B2D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Fixed Vs Varying 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9948B7D-B896-D87D-42D6-A410FF45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D8AB00F-0E05-A3B6-08AB-C25BE39536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7" y="2384473"/>
            <a:ext cx="12127633" cy="335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1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EFFA7A-47A0-FDCD-2B65-170529FD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Tank Governing Equations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6784325-132C-D2E3-6DA0-AFCDFA0E0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Delay &amp; Decay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Upstream Tank Affects Downstream</a:t>
            </a:r>
          </a:p>
          <a:p>
            <a:endParaRPr lang="en-US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97023AF0-0B7B-9C19-07FC-0672D335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9</a:t>
            </a:fld>
            <a:endParaRPr lang="en-US"/>
          </a:p>
        </p:txBody>
      </p:sp>
      <p:pic>
        <p:nvPicPr>
          <p:cNvPr id="6" name="Bilde 5" descr="Et bilde som inneholder tekst, Font, håndskrift, nummer&#10;&#10;KI-generert innhold kan være feil.">
            <a:extLst>
              <a:ext uri="{FF2B5EF4-FFF2-40B4-BE49-F238E27FC236}">
                <a16:creationId xmlns:a16="http://schemas.microsoft.com/office/drawing/2014/main" id="{A64B289B-5F3A-A791-1C8C-619FE456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935" y="2223715"/>
            <a:ext cx="2781688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902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A10B583-5463-3068-A80C-FBB94E30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10</a:t>
            </a:fld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809668A-3788-D0FA-772D-ADAB05380F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2616854"/>
            <a:ext cx="9923462" cy="350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53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0A518C4D-D4DB-A3A5-D5CC-C8057909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11</a:t>
            </a:fld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FB17E7C-868C-F608-9A82-DFCED24492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42" y="257528"/>
            <a:ext cx="7368047" cy="203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474766EF-61E6-0164-282C-3A006D237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41" y="2295060"/>
            <a:ext cx="7368048" cy="203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AC5FEA8D-A7C9-1FCD-6117-D3853D72F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42" y="4351961"/>
            <a:ext cx="7368052" cy="203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419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F4DFBC-A4DF-707E-995C-E631A856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ODE Validation</a:t>
            </a:r>
          </a:p>
        </p:txBody>
      </p:sp>
      <p:pic>
        <p:nvPicPr>
          <p:cNvPr id="6" name="Plassholder for innhold 5" descr="Et bilde som inneholder tekst, Font, hvit, algebra&#10;&#10;KI-generert innhold kan være feil.">
            <a:extLst>
              <a:ext uri="{FF2B5EF4-FFF2-40B4-BE49-F238E27FC236}">
                <a16:creationId xmlns:a16="http://schemas.microsoft.com/office/drawing/2014/main" id="{AACDB366-02C4-C177-4EB8-2BD5E3B38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3064" y="4593696"/>
            <a:ext cx="9192908" cy="1600423"/>
          </a:xfrm>
          <a:prstGeom prst="rect">
            <a:avLst/>
          </a:prstGeom>
        </p:spPr>
      </p:pic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CC0D827-6021-507E-EC86-3DC8FAD0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12</a:t>
            </a:fld>
            <a:endParaRPr lang="en-US"/>
          </a:p>
        </p:txBody>
      </p:sp>
      <p:pic>
        <p:nvPicPr>
          <p:cNvPr id="8" name="Bilde 7" descr="Et bilde som inneholder Font, tekst, håndskrift, typografi&#10;&#10;KI-generert innhold kan være feil.">
            <a:extLst>
              <a:ext uri="{FF2B5EF4-FFF2-40B4-BE49-F238E27FC236}">
                <a16:creationId xmlns:a16="http://schemas.microsoft.com/office/drawing/2014/main" id="{975EEC13-37BD-5DE1-49DC-CDF15A570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0619" y="2766920"/>
            <a:ext cx="6077798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32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53DB7C9-35B3-4DC8-4767-80680E16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13</a:t>
            </a:fld>
            <a:endParaRPr lang="en-US"/>
          </a:p>
        </p:txBody>
      </p:sp>
      <p:pic>
        <p:nvPicPr>
          <p:cNvPr id="9224" name="Picture 8">
            <a:extLst>
              <a:ext uri="{FF2B5EF4-FFF2-40B4-BE49-F238E27FC236}">
                <a16:creationId xmlns:a16="http://schemas.microsoft.com/office/drawing/2014/main" id="{B129BFD1-33FF-8E2C-D7FE-BE67FD89F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26" y="0"/>
            <a:ext cx="8438148" cy="233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>
            <a:extLst>
              <a:ext uri="{FF2B5EF4-FFF2-40B4-BE49-F238E27FC236}">
                <a16:creationId xmlns:a16="http://schemas.microsoft.com/office/drawing/2014/main" id="{D4A7DD35-EA20-9ACA-1C6F-E8421B63C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26" y="2286648"/>
            <a:ext cx="8438148" cy="233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>
            <a:extLst>
              <a:ext uri="{FF2B5EF4-FFF2-40B4-BE49-F238E27FC236}">
                <a16:creationId xmlns:a16="http://schemas.microsoft.com/office/drawing/2014/main" id="{9E11A27E-5F4D-677B-4B94-F8FF640EB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26" y="4571353"/>
            <a:ext cx="8438149" cy="233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902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090F90-DBBF-1B09-087E-F0028775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&amp; Computational Efficiency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80CD1B2-06B4-DA09-B4DB-43AFB5451A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Monte Carlo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Deterministic ODE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Unbiased Estimator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Variance Decays Over Time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Cost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Deterministic: 1 Solve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Monte Carlo: 100 Solves</a:t>
                </a: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B80CD1B2-06B4-DA09-B4DB-43AFB5451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1D474374-FC1A-4912-0DE4-0DB6B0CD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51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1A0212-279F-7051-90C3-5E9DD56C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Walks In Aquifers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E77DEC8-24DD-5503-AFCE-1CEE12064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94" y="2161391"/>
            <a:ext cx="9922764" cy="38387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Pollutant Spreading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Groundwater Transport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Weighted vs</a:t>
            </a:r>
            <a:br>
              <a:rPr lang="en-US" dirty="0"/>
            </a:br>
            <a:r>
              <a:rPr lang="en-US" dirty="0"/>
              <a:t>Unweighted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B4E5704-396C-D6A8-D6A9-2535A7D9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15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6475A38-0E78-F28E-3843-83144D837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378" y="1771817"/>
            <a:ext cx="4749622" cy="461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2BDC8ABF-C8B0-B372-C67B-7152872B4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846" y="1784517"/>
            <a:ext cx="4749622" cy="461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51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D3F70E0-AB4D-7DD0-ED87-427D24E7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Unbiased Walk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06057F0-DA55-54CE-ED4F-ACD70E90E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Record Arrival Time At 10km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Spread In Interval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Runs Take Extremely Long 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2E219F3-5BAE-58DB-96CD-F562B6E2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5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6E9933-4414-9DA1-57F9-32078EB83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Random Walk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CF0B3EC5-2FC9-E8CD-E858-54B6AE42D5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Modified Spread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𝑆𝑜𝑢𝑡h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𝑁𝑜𝑟𝑡h</m:t>
                        </m:r>
                      </m:sub>
                    </m:sSub>
                  </m:oMath>
                </a14:m>
                <a:endParaRPr lang="en-US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East &amp; West Are Equal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Much Faster Arrival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Narrow Distribution</a:t>
                </a:r>
              </a:p>
            </p:txBody>
          </p:sp>
        </mc:Choice>
        <mc:Fallback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CF0B3EC5-2FC9-E8CD-E858-54B6AE42D5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77AF00B1-8E25-1C48-7359-6D328A6D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14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180480-6E34-3BF3-300B-F596DFF6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Comparison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4C3E930-8E5C-5A50-CB5A-CA8CFE554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Unbiased Vs Biased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Risk Interpretation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Downward Stream = High Risk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Upward Stream = Negligible Risk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6603936-9C0F-DB9D-AD06-C835625D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67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D5A39EE-2ED5-45F7-240E-2C4965A6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Learning Outcomes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D0CDDD2-A7D0-990D-F259-AFDF2599B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Monte Carlo Reproduce ODE Means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CI Quantify Uncertainty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Directional Bias Drastically Increases Contamination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Deterministic ODE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Fast &amp; Accurate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Monte Carlo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Expensive But Informative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08103DA4-8E9D-181B-41EB-12281F9D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30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E4F335-4E59-1227-5110-F33D302B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Learning Outcomes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DA3C15E-3FB1-7995-F5B3-3FFC83272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Stochastic modeling approach based on Monte Carlo methods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Understand the principles of Monte Carlo methods and their application in stochastic modelling.</a:t>
            </a:r>
          </a:p>
          <a:p>
            <a:pPr marL="342900" indent="-342900">
              <a:buAutoNum type="arabicPeriod"/>
            </a:pPr>
            <a:r>
              <a:rPr lang="en-US" dirty="0"/>
              <a:t>Develop skills in formulating and solving mass balance equations for single and interconnected systems.</a:t>
            </a:r>
          </a:p>
          <a:p>
            <a:pPr marL="342900" indent="-342900">
              <a:buAutoNum type="arabicPeriod"/>
            </a:pPr>
            <a:r>
              <a:rPr lang="en-US" dirty="0"/>
              <a:t>Quantify uncertainties in simulation results and interpret their implications for system behavior.</a:t>
            </a:r>
          </a:p>
          <a:p>
            <a:pPr marL="342900" indent="-342900">
              <a:buAutoNum type="arabicPeriod"/>
            </a:pPr>
            <a:r>
              <a:rPr lang="en-US" dirty="0"/>
              <a:t>Compare stochastic simulation outcomes to deterministic ODE solutions, critically analyzing their performance and limitations.</a:t>
            </a:r>
          </a:p>
          <a:p>
            <a:pPr marL="342900" indent="-342900">
              <a:buAutoNum type="arabicPeriod"/>
            </a:pPr>
            <a:r>
              <a:rPr lang="en-US" dirty="0"/>
              <a:t>Gain hands-on experience with computational tools for solving engineering problems.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73E78EA4-96FB-F8BD-B03D-964BD676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32982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4BBD6C06A0DE48ACBAB514EB50DDDC" ma:contentTypeVersion="15" ma:contentTypeDescription="Create a new document." ma:contentTypeScope="" ma:versionID="e411f08a2840eb4c2c659d48e130b1c1">
  <xsd:schema xmlns:xsd="http://www.w3.org/2001/XMLSchema" xmlns:xs="http://www.w3.org/2001/XMLSchema" xmlns:p="http://schemas.microsoft.com/office/2006/metadata/properties" xmlns:ns3="f32230bf-e247-430b-8132-dda84b672e09" xmlns:ns4="63dba08a-eb68-4688-8594-69aeae0aec6b" targetNamespace="http://schemas.microsoft.com/office/2006/metadata/properties" ma:root="true" ma:fieldsID="c0124a76df93d5d422ba5e331c68b4b9" ns3:_="" ns4:_="">
    <xsd:import namespace="f32230bf-e247-430b-8132-dda84b672e09"/>
    <xsd:import namespace="63dba08a-eb68-4688-8594-69aeae0aec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230bf-e247-430b-8132-dda84b672e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dba08a-eb68-4688-8594-69aeae0aec6b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32230bf-e247-430b-8132-dda84b672e09" xsi:nil="true"/>
  </documentManagement>
</p:properties>
</file>

<file path=customXml/itemProps1.xml><?xml version="1.0" encoding="utf-8"?>
<ds:datastoreItem xmlns:ds="http://schemas.openxmlformats.org/officeDocument/2006/customXml" ds:itemID="{1F9B8160-C1C6-4E12-902A-6A06E8B787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C6942C-5FA6-44C0-95FC-C76C51F471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2230bf-e247-430b-8132-dda84b672e09"/>
    <ds:schemaRef ds:uri="63dba08a-eb68-4688-8594-69aeae0aec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3A51D2-7BD9-468E-B9FF-0AF273694999}">
  <ds:schemaRefs>
    <ds:schemaRef ds:uri="http://schemas.microsoft.com/office/infopath/2007/PartnerControls"/>
    <ds:schemaRef ds:uri="63dba08a-eb68-4688-8594-69aeae0aec6b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openxmlformats.org/package/2006/metadata/core-properties"/>
    <ds:schemaRef ds:uri="f32230bf-e247-430b-8132-dda84b672e09"/>
    <ds:schemaRef ds:uri="http://purl.org/dc/dcmitype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f8a213d2-8f6c-400d-9e74-4e8b475316c6}" enabled="0" method="" siteId="{f8a213d2-8f6c-400d-9e74-4e8b475316c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3002</TotalTime>
  <Words>1014</Words>
  <Application>Microsoft Office PowerPoint</Application>
  <PresentationFormat>Widescreen</PresentationFormat>
  <Paragraphs>173</Paragraphs>
  <Slides>20</Slides>
  <Notes>16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Cambria Math</vt:lpstr>
      <vt:lpstr>Neue Haas Grotesk Text Pro</vt:lpstr>
      <vt:lpstr>BjornVTI</vt:lpstr>
      <vt:lpstr>Project 4 – Monte carlo</vt:lpstr>
      <vt:lpstr>Agenda</vt:lpstr>
      <vt:lpstr>Governing Theory</vt:lpstr>
      <vt:lpstr>Monte Carlo Mixing Tanks </vt:lpstr>
      <vt:lpstr>PowerPoint-presentasjon</vt:lpstr>
      <vt:lpstr>Monte Carlo Mixing Tanks </vt:lpstr>
      <vt:lpstr>PowerPoint-presentasjon</vt:lpstr>
      <vt:lpstr>Monte Carlo Fixed Vs Varying </vt:lpstr>
      <vt:lpstr>Three Tank Governing Equations</vt:lpstr>
      <vt:lpstr>PowerPoint-presentasjon</vt:lpstr>
      <vt:lpstr>PowerPoint-presentasjon</vt:lpstr>
      <vt:lpstr>Analytical ODE Validation</vt:lpstr>
      <vt:lpstr>PowerPoint-presentasjon</vt:lpstr>
      <vt:lpstr>Accuracy &amp; Computational Efficiency</vt:lpstr>
      <vt:lpstr>Random Walks In Aquifers</vt:lpstr>
      <vt:lpstr>Unbiased Walk</vt:lpstr>
      <vt:lpstr>Biased Random Walk</vt:lpstr>
      <vt:lpstr>Risk Comparison</vt:lpstr>
      <vt:lpstr>Conclusion &amp; Learning Outcomes</vt:lpstr>
      <vt:lpstr>Conclusion &amp; Learning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Torgrim Odde</dc:creator>
  <cp:lastModifiedBy>Torgrim Odde</cp:lastModifiedBy>
  <cp:revision>3</cp:revision>
  <dcterms:created xsi:type="dcterms:W3CDTF">2025-10-12T13:08:04Z</dcterms:created>
  <dcterms:modified xsi:type="dcterms:W3CDTF">2025-12-09T20:10:58Z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0x010100344BBD6C06A0DE48ACBAB514EB50DDDC</vt:lpwstr>
  </property>
  <property fmtid="{D5CDD505-2E9C-101B-9397-08002B2CF9AE}" pid="3" name="MSIP_Label_e575afd7-7428-4d0b-a18c-f972d457efaf_Enabled">
    <vt:lpwstr>true</vt:lpwstr>
  </property>
  <property fmtid="{D5CDD505-2E9C-101B-9397-08002B2CF9AE}" pid="4" name="MSIP_Label_e575afd7-7428-4d0b-a18c-f972d457efaf_SetDate">
    <vt:lpwstr>2025-11-12T07:35:51Z</vt:lpwstr>
  </property>
  <property fmtid="{D5CDD505-2E9C-101B-9397-08002B2CF9AE}" pid="5" name="MSIP_Label_e575afd7-7428-4d0b-a18c-f972d457efaf_Method">
    <vt:lpwstr>Standard</vt:lpwstr>
  </property>
  <property fmtid="{D5CDD505-2E9C-101B-9397-08002B2CF9AE}" pid="6" name="MSIP_Label_e575afd7-7428-4d0b-a18c-f972d457efaf_Name">
    <vt:lpwstr>e575afd7-7428-4d0b-a18c-f972d457efaf</vt:lpwstr>
  </property>
  <property fmtid="{D5CDD505-2E9C-101B-9397-08002B2CF9AE}" pid="7" name="MSIP_Label_e575afd7-7428-4d0b-a18c-f972d457efaf_SiteId">
    <vt:lpwstr>306bb27f-a230-403b-a436-2e5cd45b8ec0</vt:lpwstr>
  </property>
  <property fmtid="{D5CDD505-2E9C-101B-9397-08002B2CF9AE}" pid="8" name="MSIP_Label_e575afd7-7428-4d0b-a18c-f972d457efaf_ActionId">
    <vt:lpwstr>e6cacaf9-2f71-4c6d-87d0-332c5cdd7393</vt:lpwstr>
  </property>
  <property fmtid="{D5CDD505-2E9C-101B-9397-08002B2CF9AE}" pid="9" name="MSIP_Label_e575afd7-7428-4d0b-a18c-f972d457efaf_ContentBits">
    <vt:lpwstr>2</vt:lpwstr>
  </property>
  <property fmtid="{D5CDD505-2E9C-101B-9397-08002B2CF9AE}" pid="10" name="MSIP_Label_e575afd7-7428-4d0b-a18c-f972d457efaf_Tag">
    <vt:lpwstr>10, 3, 0, 1</vt:lpwstr>
  </property>
  <property fmtid="{D5CDD505-2E9C-101B-9397-08002B2CF9AE}" pid="11" name="ClassificationContentMarkingFooterLocations">
    <vt:lpwstr>BjornVTI:8</vt:lpwstr>
  </property>
  <property fmtid="{D5CDD505-2E9C-101B-9397-08002B2CF9AE}" pid="12" name="ClassificationContentMarkingFooterText">
    <vt:lpwstr>Sensitivity: Internal</vt:lpwstr>
  </property>
</Properties>
</file>
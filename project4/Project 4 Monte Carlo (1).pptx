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Lst>
  <p:notesMasterIdLst>
    <p:notesMasterId r:id="rId29"/>
  </p:notesMasterIdLst>
  <p:sldIdLst>
    <p:sldId id="256" r:id="rId5"/>
    <p:sldId id="257" r:id="rId6"/>
    <p:sldId id="258" r:id="rId7"/>
    <p:sldId id="259" r:id="rId8"/>
    <p:sldId id="265" r:id="rId9"/>
    <p:sldId id="267" r:id="rId10"/>
    <p:sldId id="268" r:id="rId11"/>
    <p:sldId id="271" r:id="rId12"/>
    <p:sldId id="269" r:id="rId13"/>
    <p:sldId id="270" r:id="rId14"/>
    <p:sldId id="272" r:id="rId15"/>
    <p:sldId id="273" r:id="rId16"/>
    <p:sldId id="280" r:id="rId17"/>
    <p:sldId id="274" r:id="rId18"/>
    <p:sldId id="275" r:id="rId19"/>
    <p:sldId id="2576" r:id="rId20"/>
    <p:sldId id="2582" r:id="rId21"/>
    <p:sldId id="281" r:id="rId22"/>
    <p:sldId id="276" r:id="rId23"/>
    <p:sldId id="2583" r:id="rId24"/>
    <p:sldId id="2584" r:id="rId25"/>
    <p:sldId id="2585" r:id="rId26"/>
    <p:sldId id="279" r:id="rId27"/>
    <p:sldId id="26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53D813-D967-4958-9FB8-55ECB1A2C061}" v="454" dt="2025-12-09T20:10:54.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5937" autoAdjust="0"/>
  </p:normalViewPr>
  <p:slideViewPr>
    <p:cSldViewPr snapToGrid="0">
      <p:cViewPr>
        <p:scale>
          <a:sx n="75" d="100"/>
          <a:sy n="75" d="100"/>
        </p:scale>
        <p:origin x="1224" y="-2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grim Odde" userId="263d2d9e-d662-4ecd-84e3-6377197a8522" providerId="ADAL" clId="{F19F3179-E777-480F-BD2C-D9A8F24E3506}"/>
    <pc:docChg chg="undo custSel addSld delSld modSld">
      <pc:chgData name="Torgrim Odde" userId="263d2d9e-d662-4ecd-84e3-6377197a8522" providerId="ADAL" clId="{F19F3179-E777-480F-BD2C-D9A8F24E3506}" dt="2025-12-09T20:10:54.834" v="9083" actId="1036"/>
      <pc:docMkLst>
        <pc:docMk/>
      </pc:docMkLst>
      <pc:sldChg chg="modSp mod modNotesTx">
        <pc:chgData name="Torgrim Odde" userId="263d2d9e-d662-4ecd-84e3-6377197a8522" providerId="ADAL" clId="{F19F3179-E777-480F-BD2C-D9A8F24E3506}" dt="2025-12-09T19:12:55.790" v="4040" actId="20577"/>
        <pc:sldMkLst>
          <pc:docMk/>
          <pc:sldMk cId="974668571" sldId="256"/>
        </pc:sldMkLst>
        <pc:spChg chg="mod">
          <ac:chgData name="Torgrim Odde" userId="263d2d9e-d662-4ecd-84e3-6377197a8522" providerId="ADAL" clId="{F19F3179-E777-480F-BD2C-D9A8F24E3506}" dt="2025-11-28T10:21:52.903" v="98" actId="20577"/>
          <ac:spMkLst>
            <pc:docMk/>
            <pc:sldMk cId="974668571" sldId="256"/>
            <ac:spMk id="2" creationId="{4665F997-7BA8-D1AE-21E3-8A66EB7AC7E3}"/>
          </ac:spMkLst>
        </pc:spChg>
      </pc:sldChg>
      <pc:sldChg chg="modSp new mod modNotesTx">
        <pc:chgData name="Torgrim Odde" userId="263d2d9e-d662-4ecd-84e3-6377197a8522" providerId="ADAL" clId="{F19F3179-E777-480F-BD2C-D9A8F24E3506}" dt="2025-12-09T19:15:42.045" v="4639" actId="20577"/>
        <pc:sldMkLst>
          <pc:docMk/>
          <pc:sldMk cId="475410209" sldId="257"/>
        </pc:sldMkLst>
        <pc:spChg chg="mod">
          <ac:chgData name="Torgrim Odde" userId="263d2d9e-d662-4ecd-84e3-6377197a8522" providerId="ADAL" clId="{F19F3179-E777-480F-BD2C-D9A8F24E3506}" dt="2025-11-28T10:21:12.144" v="77" actId="20577"/>
          <ac:spMkLst>
            <pc:docMk/>
            <pc:sldMk cId="475410209" sldId="257"/>
            <ac:spMk id="2" creationId="{E9E7E2E7-45DB-F5D7-BBC9-1877FF3CFD57}"/>
          </ac:spMkLst>
        </pc:spChg>
        <pc:spChg chg="mod">
          <ac:chgData name="Torgrim Odde" userId="263d2d9e-d662-4ecd-84e3-6377197a8522" providerId="ADAL" clId="{F19F3179-E777-480F-BD2C-D9A8F24E3506}" dt="2025-12-09T19:15:42.045" v="4639" actId="20577"/>
          <ac:spMkLst>
            <pc:docMk/>
            <pc:sldMk cId="475410209" sldId="257"/>
            <ac:spMk id="3" creationId="{B23252EE-EC5F-074F-DA44-2F7D4EEB4860}"/>
          </ac:spMkLst>
        </pc:spChg>
      </pc:sldChg>
      <pc:sldChg chg="modSp new mod modNotesTx">
        <pc:chgData name="Torgrim Odde" userId="263d2d9e-d662-4ecd-84e3-6377197a8522" providerId="ADAL" clId="{F19F3179-E777-480F-BD2C-D9A8F24E3506}" dt="2025-12-09T19:16:41.816" v="4766" actId="20577"/>
        <pc:sldMkLst>
          <pc:docMk/>
          <pc:sldMk cId="471577477" sldId="258"/>
        </pc:sldMkLst>
        <pc:spChg chg="mod">
          <ac:chgData name="Torgrim Odde" userId="263d2d9e-d662-4ecd-84e3-6377197a8522" providerId="ADAL" clId="{F19F3179-E777-480F-BD2C-D9A8F24E3506}" dt="2025-12-09T19:15:38.316" v="4633" actId="20577"/>
          <ac:spMkLst>
            <pc:docMk/>
            <pc:sldMk cId="471577477" sldId="258"/>
            <ac:spMk id="2" creationId="{0E988F04-0BFD-A8D8-12D1-141D2AD43ACC}"/>
          </ac:spMkLst>
        </pc:spChg>
        <pc:spChg chg="mod">
          <ac:chgData name="Torgrim Odde" userId="263d2d9e-d662-4ecd-84e3-6377197a8522" providerId="ADAL" clId="{F19F3179-E777-480F-BD2C-D9A8F24E3506}" dt="2025-12-09T19:15:33.436" v="4627" actId="20577"/>
          <ac:spMkLst>
            <pc:docMk/>
            <pc:sldMk cId="471577477" sldId="258"/>
            <ac:spMk id="3" creationId="{FA87EBFE-09AD-23FF-96FB-1C0BD372F3D1}"/>
          </ac:spMkLst>
        </pc:spChg>
      </pc:sldChg>
      <pc:sldChg chg="addSp delSp modSp new mod setBg modNotesTx">
        <pc:chgData name="Torgrim Odde" userId="263d2d9e-d662-4ecd-84e3-6377197a8522" providerId="ADAL" clId="{F19F3179-E777-480F-BD2C-D9A8F24E3506}" dt="2025-12-09T19:27:05.416" v="5631" actId="113"/>
        <pc:sldMkLst>
          <pc:docMk/>
          <pc:sldMk cId="2165126355" sldId="259"/>
        </pc:sldMkLst>
        <pc:spChg chg="mod">
          <ac:chgData name="Torgrim Odde" userId="263d2d9e-d662-4ecd-84e3-6377197a8522" providerId="ADAL" clId="{F19F3179-E777-480F-BD2C-D9A8F24E3506}" dt="2025-12-09T19:23:52.631" v="5234" actId="20577"/>
          <ac:spMkLst>
            <pc:docMk/>
            <pc:sldMk cId="2165126355" sldId="259"/>
            <ac:spMk id="2" creationId="{657D3EF3-0F8A-B61C-FB15-17A38D568E86}"/>
          </ac:spMkLst>
        </pc:spChg>
        <pc:spChg chg="mod">
          <ac:chgData name="Torgrim Odde" userId="263d2d9e-d662-4ecd-84e3-6377197a8522" providerId="ADAL" clId="{F19F3179-E777-480F-BD2C-D9A8F24E3506}" dt="2025-12-09T19:27:05.416" v="5631" actId="113"/>
          <ac:spMkLst>
            <pc:docMk/>
            <pc:sldMk cId="2165126355" sldId="259"/>
            <ac:spMk id="3" creationId="{DA2325B8-FD9C-829B-0008-129A9C16C0D7}"/>
          </ac:spMkLst>
        </pc:spChg>
        <pc:spChg chg="mod ord">
          <ac:chgData name="Torgrim Odde" userId="263d2d9e-d662-4ecd-84e3-6377197a8522" providerId="ADAL" clId="{F19F3179-E777-480F-BD2C-D9A8F24E3506}" dt="2025-11-28T12:25:21.357" v="1815" actId="26606"/>
          <ac:spMkLst>
            <pc:docMk/>
            <pc:sldMk cId="2165126355" sldId="259"/>
            <ac:spMk id="4" creationId="{92FBE9E5-834C-2178-0EA5-693B3C01FFC0}"/>
          </ac:spMkLst>
        </pc:spChg>
        <pc:spChg chg="add del">
          <ac:chgData name="Torgrim Odde" userId="263d2d9e-d662-4ecd-84e3-6377197a8522" providerId="ADAL" clId="{F19F3179-E777-480F-BD2C-D9A8F24E3506}" dt="2025-11-28T12:25:21.357" v="1815" actId="26606"/>
          <ac:spMkLst>
            <pc:docMk/>
            <pc:sldMk cId="2165126355" sldId="259"/>
            <ac:spMk id="1033" creationId="{A3B168A7-66FE-4359-9866-CBB841A729E6}"/>
          </ac:spMkLst>
        </pc:spChg>
        <pc:picChg chg="add del mod">
          <ac:chgData name="Torgrim Odde" userId="263d2d9e-d662-4ecd-84e3-6377197a8522" providerId="ADAL" clId="{F19F3179-E777-480F-BD2C-D9A8F24E3506}" dt="2025-12-09T19:23:07.917" v="5209" actId="21"/>
          <ac:picMkLst>
            <pc:docMk/>
            <pc:sldMk cId="2165126355" sldId="259"/>
            <ac:picMk id="5" creationId="{DA6703CD-838E-CB42-8230-EAFBCCBECF6C}"/>
          </ac:picMkLst>
        </pc:picChg>
        <pc:picChg chg="add mod">
          <ac:chgData name="Torgrim Odde" userId="263d2d9e-d662-4ecd-84e3-6377197a8522" providerId="ADAL" clId="{F19F3179-E777-480F-BD2C-D9A8F24E3506}" dt="2025-12-09T19:24:40.644" v="5269" actId="1076"/>
          <ac:picMkLst>
            <pc:docMk/>
            <pc:sldMk cId="2165126355" sldId="259"/>
            <ac:picMk id="6" creationId="{78E82199-980B-4E75-E2B3-7E59A9267F08}"/>
          </ac:picMkLst>
        </pc:picChg>
        <pc:picChg chg="add del mod">
          <ac:chgData name="Torgrim Odde" userId="263d2d9e-d662-4ecd-84e3-6377197a8522" providerId="ADAL" clId="{F19F3179-E777-480F-BD2C-D9A8F24E3506}" dt="2025-12-09T19:24:38.357" v="5268" actId="1076"/>
          <ac:picMkLst>
            <pc:docMk/>
            <pc:sldMk cId="2165126355" sldId="259"/>
            <ac:picMk id="8" creationId="{CA1647E0-A405-05DF-E082-4D1417C022B6}"/>
          </ac:picMkLst>
        </pc:picChg>
        <pc:picChg chg="add mod">
          <ac:chgData name="Torgrim Odde" userId="263d2d9e-d662-4ecd-84e3-6377197a8522" providerId="ADAL" clId="{F19F3179-E777-480F-BD2C-D9A8F24E3506}" dt="2025-12-09T19:24:26.091" v="5265" actId="1076"/>
          <ac:picMkLst>
            <pc:docMk/>
            <pc:sldMk cId="2165126355" sldId="259"/>
            <ac:picMk id="9" creationId="{1C1E77BC-8AAC-F5CC-DDB0-B8181C85D43A}"/>
          </ac:picMkLst>
        </pc:picChg>
        <pc:picChg chg="add del mod ord">
          <ac:chgData name="Torgrim Odde" userId="263d2d9e-d662-4ecd-84e3-6377197a8522" providerId="ADAL" clId="{F19F3179-E777-480F-BD2C-D9A8F24E3506}" dt="2025-12-09T19:21:07.025" v="5193" actId="478"/>
          <ac:picMkLst>
            <pc:docMk/>
            <pc:sldMk cId="2165126355" sldId="259"/>
            <ac:picMk id="1026" creationId="{CF42F048-3B4F-5ADC-ABE7-699B0E4B0EA0}"/>
          </ac:picMkLst>
        </pc:picChg>
        <pc:picChg chg="add del mod">
          <ac:chgData name="Torgrim Odde" userId="263d2d9e-d662-4ecd-84e3-6377197a8522" providerId="ADAL" clId="{F19F3179-E777-480F-BD2C-D9A8F24E3506}" dt="2025-12-09T19:21:08.196" v="5194" actId="478"/>
          <ac:picMkLst>
            <pc:docMk/>
            <pc:sldMk cId="2165126355" sldId="259"/>
            <ac:picMk id="1028" creationId="{F8CB21D0-765E-CF92-D4A5-D081981E7921}"/>
          </ac:picMkLst>
        </pc:picChg>
        <pc:cxnChg chg="add del">
          <ac:chgData name="Torgrim Odde" userId="263d2d9e-d662-4ecd-84e3-6377197a8522" providerId="ADAL" clId="{F19F3179-E777-480F-BD2C-D9A8F24E3506}" dt="2025-11-28T12:25:06.246" v="1812" actId="26606"/>
          <ac:cxnSpMkLst>
            <pc:docMk/>
            <pc:sldMk cId="2165126355" sldId="259"/>
            <ac:cxnSpMk id="1035" creationId="{E55FB8EA-5471-4074-88CA-98AA3AD98101}"/>
          </ac:cxnSpMkLst>
        </pc:cxnChg>
      </pc:sldChg>
      <pc:sldChg chg="addSp delSp modSp new del mod setBg modNotesTx">
        <pc:chgData name="Torgrim Odde" userId="263d2d9e-d662-4ecd-84e3-6377197a8522" providerId="ADAL" clId="{F19F3179-E777-480F-BD2C-D9A8F24E3506}" dt="2025-12-09T20:06:20.572" v="8602" actId="47"/>
        <pc:sldMkLst>
          <pc:docMk/>
          <pc:sldMk cId="2360883750" sldId="260"/>
        </pc:sldMkLst>
      </pc:sldChg>
      <pc:sldChg chg="addSp delSp modSp new del mod setBg modNotesTx">
        <pc:chgData name="Torgrim Odde" userId="263d2d9e-d662-4ecd-84e3-6377197a8522" providerId="ADAL" clId="{F19F3179-E777-480F-BD2C-D9A8F24E3506}" dt="2025-12-09T20:06:23.514" v="8603" actId="47"/>
        <pc:sldMkLst>
          <pc:docMk/>
          <pc:sldMk cId="524853245" sldId="261"/>
        </pc:sldMkLst>
      </pc:sldChg>
      <pc:sldChg chg="addSp delSp modSp new del mod modNotesTx">
        <pc:chgData name="Torgrim Odde" userId="263d2d9e-d662-4ecd-84e3-6377197a8522" providerId="ADAL" clId="{F19F3179-E777-480F-BD2C-D9A8F24E3506}" dt="2025-12-09T20:06:18.598" v="8601" actId="47"/>
        <pc:sldMkLst>
          <pc:docMk/>
          <pc:sldMk cId="713507754" sldId="262"/>
        </pc:sldMkLst>
      </pc:sldChg>
      <pc:sldChg chg="modSp new mod modNotesTx">
        <pc:chgData name="Torgrim Odde" userId="263d2d9e-d662-4ecd-84e3-6377197a8522" providerId="ADAL" clId="{F19F3179-E777-480F-BD2C-D9A8F24E3506}" dt="2025-12-09T20:09:19.745" v="9070" actId="20577"/>
        <pc:sldMkLst>
          <pc:docMk/>
          <pc:sldMk cId="2039630428" sldId="263"/>
        </pc:sldMkLst>
        <pc:spChg chg="mod">
          <ac:chgData name="Torgrim Odde" userId="263d2d9e-d662-4ecd-84e3-6377197a8522" providerId="ADAL" clId="{F19F3179-E777-480F-BD2C-D9A8F24E3506}" dt="2025-11-28T12:50:34.094" v="3558" actId="20577"/>
          <ac:spMkLst>
            <pc:docMk/>
            <pc:sldMk cId="2039630428" sldId="263"/>
            <ac:spMk id="2" creationId="{BD5A39EE-2ED5-45F7-240E-2C4965A649D7}"/>
          </ac:spMkLst>
        </pc:spChg>
        <pc:spChg chg="mod">
          <ac:chgData name="Torgrim Odde" userId="263d2d9e-d662-4ecd-84e3-6377197a8522" providerId="ADAL" clId="{F19F3179-E777-480F-BD2C-D9A8F24E3506}" dt="2025-12-09T20:08:56.614" v="8973" actId="20577"/>
          <ac:spMkLst>
            <pc:docMk/>
            <pc:sldMk cId="2039630428" sldId="263"/>
            <ac:spMk id="3" creationId="{5D0CDDD2-A7D0-990D-F259-AFDF2599B44B}"/>
          </ac:spMkLst>
        </pc:spChg>
      </pc:sldChg>
      <pc:sldChg chg="modSp new mod">
        <pc:chgData name="Torgrim Odde" userId="263d2d9e-d662-4ecd-84e3-6377197a8522" providerId="ADAL" clId="{F19F3179-E777-480F-BD2C-D9A8F24E3506}" dt="2025-11-28T12:52:42.496" v="3737" actId="313"/>
        <pc:sldMkLst>
          <pc:docMk/>
          <pc:sldMk cId="1394832982" sldId="264"/>
        </pc:sldMkLst>
        <pc:spChg chg="mod">
          <ac:chgData name="Torgrim Odde" userId="263d2d9e-d662-4ecd-84e3-6377197a8522" providerId="ADAL" clId="{F19F3179-E777-480F-BD2C-D9A8F24E3506}" dt="2025-11-28T12:51:05.851" v="3649" actId="20577"/>
          <ac:spMkLst>
            <pc:docMk/>
            <pc:sldMk cId="1394832982" sldId="264"/>
            <ac:spMk id="2" creationId="{21E4F335-4E59-1227-5110-F33D302BF50D}"/>
          </ac:spMkLst>
        </pc:spChg>
        <pc:spChg chg="mod">
          <ac:chgData name="Torgrim Odde" userId="263d2d9e-d662-4ecd-84e3-6377197a8522" providerId="ADAL" clId="{F19F3179-E777-480F-BD2C-D9A8F24E3506}" dt="2025-11-28T12:52:42.496" v="3737" actId="313"/>
          <ac:spMkLst>
            <pc:docMk/>
            <pc:sldMk cId="1394832982" sldId="264"/>
            <ac:spMk id="3" creationId="{ADA3C15E-3FB1-7995-F5B3-3FFC832726EF}"/>
          </ac:spMkLst>
        </pc:spChg>
      </pc:sldChg>
      <pc:sldChg chg="addSp delSp modSp new mod modNotesTx">
        <pc:chgData name="Torgrim Odde" userId="263d2d9e-d662-4ecd-84e3-6377197a8522" providerId="ADAL" clId="{F19F3179-E777-480F-BD2C-D9A8F24E3506}" dt="2025-12-09T19:42:10.086" v="6247" actId="1076"/>
        <pc:sldMkLst>
          <pc:docMk/>
          <pc:sldMk cId="438587049" sldId="265"/>
        </pc:sldMkLst>
        <pc:spChg chg="del mod">
          <ac:chgData name="Torgrim Odde" userId="263d2d9e-d662-4ecd-84e3-6377197a8522" providerId="ADAL" clId="{F19F3179-E777-480F-BD2C-D9A8F24E3506}" dt="2025-12-09T19:39:05.050" v="6100" actId="478"/>
          <ac:spMkLst>
            <pc:docMk/>
            <pc:sldMk cId="438587049" sldId="265"/>
            <ac:spMk id="2" creationId="{E8CB9E47-0F60-568E-891C-0BAEDBB00914}"/>
          </ac:spMkLst>
        </pc:spChg>
        <pc:spChg chg="del">
          <ac:chgData name="Torgrim Odde" userId="263d2d9e-d662-4ecd-84e3-6377197a8522" providerId="ADAL" clId="{F19F3179-E777-480F-BD2C-D9A8F24E3506}" dt="2025-12-09T19:23:13.418" v="5210"/>
          <ac:spMkLst>
            <pc:docMk/>
            <pc:sldMk cId="438587049" sldId="265"/>
            <ac:spMk id="3" creationId="{0A3684FD-70F3-24DE-F615-27A085F04CB4}"/>
          </ac:spMkLst>
        </pc:spChg>
        <pc:spChg chg="add del mod">
          <ac:chgData name="Torgrim Odde" userId="263d2d9e-d662-4ecd-84e3-6377197a8522" providerId="ADAL" clId="{F19F3179-E777-480F-BD2C-D9A8F24E3506}" dt="2025-12-09T19:39:06.597" v="6101" actId="478"/>
          <ac:spMkLst>
            <pc:docMk/>
            <pc:sldMk cId="438587049" sldId="265"/>
            <ac:spMk id="7" creationId="{B76EC6E8-5681-148B-92FC-ED068B5AD723}"/>
          </ac:spMkLst>
        </pc:spChg>
        <pc:spChg chg="add del mod">
          <ac:chgData name="Torgrim Odde" userId="263d2d9e-d662-4ecd-84e3-6377197a8522" providerId="ADAL" clId="{F19F3179-E777-480F-BD2C-D9A8F24E3506}" dt="2025-12-09T19:41:52.052" v="6245" actId="478"/>
          <ac:spMkLst>
            <pc:docMk/>
            <pc:sldMk cId="438587049" sldId="265"/>
            <ac:spMk id="8" creationId="{62C1BE82-ECBB-8834-4823-12649655032A}"/>
          </ac:spMkLst>
        </pc:spChg>
        <pc:picChg chg="add del mod">
          <ac:chgData name="Torgrim Odde" userId="263d2d9e-d662-4ecd-84e3-6377197a8522" providerId="ADAL" clId="{F19F3179-E777-480F-BD2C-D9A8F24E3506}" dt="2025-12-09T19:41:48.284" v="6242" actId="478"/>
          <ac:picMkLst>
            <pc:docMk/>
            <pc:sldMk cId="438587049" sldId="265"/>
            <ac:picMk id="5" creationId="{DA6703CD-838E-CB42-8230-EAFBCCBECF6C}"/>
          </ac:picMkLst>
        </pc:picChg>
        <pc:picChg chg="add del mod">
          <ac:chgData name="Torgrim Odde" userId="263d2d9e-d662-4ecd-84e3-6377197a8522" providerId="ADAL" clId="{F19F3179-E777-480F-BD2C-D9A8F24E3506}" dt="2025-12-09T19:41:39.477" v="6239" actId="478"/>
          <ac:picMkLst>
            <pc:docMk/>
            <pc:sldMk cId="438587049" sldId="265"/>
            <ac:picMk id="4098" creationId="{263B246B-AEE8-A338-E173-F945D4D30D28}"/>
          </ac:picMkLst>
        </pc:picChg>
        <pc:picChg chg="add mod">
          <ac:chgData name="Torgrim Odde" userId="263d2d9e-d662-4ecd-84e3-6377197a8522" providerId="ADAL" clId="{F19F3179-E777-480F-BD2C-D9A8F24E3506}" dt="2025-12-09T19:42:10.086" v="6247" actId="1076"/>
          <ac:picMkLst>
            <pc:docMk/>
            <pc:sldMk cId="438587049" sldId="265"/>
            <ac:picMk id="4100" creationId="{A59F4912-493A-FAE8-1685-AD8D8CEB2402}"/>
          </ac:picMkLst>
        </pc:picChg>
        <pc:picChg chg="add mod">
          <ac:chgData name="Torgrim Odde" userId="263d2d9e-d662-4ecd-84e3-6377197a8522" providerId="ADAL" clId="{F19F3179-E777-480F-BD2C-D9A8F24E3506}" dt="2025-12-09T19:42:03.692" v="6246" actId="1076"/>
          <ac:picMkLst>
            <pc:docMk/>
            <pc:sldMk cId="438587049" sldId="265"/>
            <ac:picMk id="4102" creationId="{06E4827D-EC08-761A-B5B7-F524D8A0308B}"/>
          </ac:picMkLst>
        </pc:picChg>
      </pc:sldChg>
      <pc:sldChg chg="new del">
        <pc:chgData name="Torgrim Odde" userId="263d2d9e-d662-4ecd-84e3-6377197a8522" providerId="ADAL" clId="{F19F3179-E777-480F-BD2C-D9A8F24E3506}" dt="2025-12-09T19:27:16.726" v="5634" actId="47"/>
        <pc:sldMkLst>
          <pc:docMk/>
          <pc:sldMk cId="1390011610" sldId="266"/>
        </pc:sldMkLst>
      </pc:sldChg>
      <pc:sldChg chg="addSp delSp modSp add mod setBg delDesignElem modNotesTx">
        <pc:chgData name="Torgrim Odde" userId="263d2d9e-d662-4ecd-84e3-6377197a8522" providerId="ADAL" clId="{F19F3179-E777-480F-BD2C-D9A8F24E3506}" dt="2025-12-09T19:45:52.477" v="6548" actId="1076"/>
        <pc:sldMkLst>
          <pc:docMk/>
          <pc:sldMk cId="2169469206" sldId="267"/>
        </pc:sldMkLst>
        <pc:spChg chg="mod">
          <ac:chgData name="Torgrim Odde" userId="263d2d9e-d662-4ecd-84e3-6377197a8522" providerId="ADAL" clId="{F19F3179-E777-480F-BD2C-D9A8F24E3506}" dt="2025-12-09T19:27:36.696" v="5636" actId="113"/>
          <ac:spMkLst>
            <pc:docMk/>
            <pc:sldMk cId="2169469206" sldId="267"/>
            <ac:spMk id="3" creationId="{BBEC21B5-1537-B624-5A90-AA2634D46A44}"/>
          </ac:spMkLst>
        </pc:spChg>
        <pc:spChg chg="del">
          <ac:chgData name="Torgrim Odde" userId="263d2d9e-d662-4ecd-84e3-6377197a8522" providerId="ADAL" clId="{F19F3179-E777-480F-BD2C-D9A8F24E3506}" dt="2025-12-09T19:27:11.480" v="5633"/>
          <ac:spMkLst>
            <pc:docMk/>
            <pc:sldMk cId="2169469206" sldId="267"/>
            <ac:spMk id="1033" creationId="{6D3A1FBC-CF3B-9A20-56E1-98C45F1C7034}"/>
          </ac:spMkLst>
        </pc:spChg>
        <pc:picChg chg="del">
          <ac:chgData name="Torgrim Odde" userId="263d2d9e-d662-4ecd-84e3-6377197a8522" providerId="ADAL" clId="{F19F3179-E777-480F-BD2C-D9A8F24E3506}" dt="2025-12-09T19:27:52.549" v="5638" actId="478"/>
          <ac:picMkLst>
            <pc:docMk/>
            <pc:sldMk cId="2169469206" sldId="267"/>
            <ac:picMk id="6" creationId="{64C5D520-48B9-3B00-1661-5112D4EBCF93}"/>
          </ac:picMkLst>
        </pc:picChg>
        <pc:picChg chg="add mod modCrop">
          <ac:chgData name="Torgrim Odde" userId="263d2d9e-d662-4ecd-84e3-6377197a8522" providerId="ADAL" clId="{F19F3179-E777-480F-BD2C-D9A8F24E3506}" dt="2025-12-09T19:45:52.477" v="6548" actId="1076"/>
          <ac:picMkLst>
            <pc:docMk/>
            <pc:sldMk cId="2169469206" sldId="267"/>
            <ac:picMk id="7" creationId="{573A9D9A-3D3C-FF96-524B-98B0EEFE0182}"/>
          </ac:picMkLst>
        </pc:picChg>
        <pc:picChg chg="del">
          <ac:chgData name="Torgrim Odde" userId="263d2d9e-d662-4ecd-84e3-6377197a8522" providerId="ADAL" clId="{F19F3179-E777-480F-BD2C-D9A8F24E3506}" dt="2025-12-09T19:27:54.223" v="5640" actId="478"/>
          <ac:picMkLst>
            <pc:docMk/>
            <pc:sldMk cId="2169469206" sldId="267"/>
            <ac:picMk id="8" creationId="{903FE64D-C205-2B92-FA77-CF2739FEAED7}"/>
          </ac:picMkLst>
        </pc:picChg>
        <pc:picChg chg="del">
          <ac:chgData name="Torgrim Odde" userId="263d2d9e-d662-4ecd-84e3-6377197a8522" providerId="ADAL" clId="{F19F3179-E777-480F-BD2C-D9A8F24E3506}" dt="2025-12-09T19:27:53.361" v="5639" actId="478"/>
          <ac:picMkLst>
            <pc:docMk/>
            <pc:sldMk cId="2169469206" sldId="267"/>
            <ac:picMk id="9" creationId="{34236AA3-3714-6558-A500-8BC13B47FEF3}"/>
          </ac:picMkLst>
        </pc:picChg>
        <pc:cxnChg chg="del">
          <ac:chgData name="Torgrim Odde" userId="263d2d9e-d662-4ecd-84e3-6377197a8522" providerId="ADAL" clId="{F19F3179-E777-480F-BD2C-D9A8F24E3506}" dt="2025-12-09T19:27:11.480" v="5633"/>
          <ac:cxnSpMkLst>
            <pc:docMk/>
            <pc:sldMk cId="2169469206" sldId="267"/>
            <ac:cxnSpMk id="1035" creationId="{9ADB1DF6-7876-ADBE-8D90-09215718C525}"/>
          </ac:cxnSpMkLst>
        </pc:cxnChg>
      </pc:sldChg>
      <pc:sldChg chg="addSp delSp modSp add mod modNotesTx">
        <pc:chgData name="Torgrim Odde" userId="263d2d9e-d662-4ecd-84e3-6377197a8522" providerId="ADAL" clId="{F19F3179-E777-480F-BD2C-D9A8F24E3506}" dt="2025-12-09T19:43:51.096" v="6431" actId="20577"/>
        <pc:sldMkLst>
          <pc:docMk/>
          <pc:sldMk cId="94062559" sldId="268"/>
        </pc:sldMkLst>
        <pc:spChg chg="del mod">
          <ac:chgData name="Torgrim Odde" userId="263d2d9e-d662-4ecd-84e3-6377197a8522" providerId="ADAL" clId="{F19F3179-E777-480F-BD2C-D9A8F24E3506}" dt="2025-12-09T19:40:29.536" v="6230" actId="478"/>
          <ac:spMkLst>
            <pc:docMk/>
            <pc:sldMk cId="94062559" sldId="268"/>
            <ac:spMk id="2" creationId="{6DAA5459-7AAD-BC24-DE75-E79B435081AF}"/>
          </ac:spMkLst>
        </pc:spChg>
        <pc:spChg chg="add del mod">
          <ac:chgData name="Torgrim Odde" userId="263d2d9e-d662-4ecd-84e3-6377197a8522" providerId="ADAL" clId="{F19F3179-E777-480F-BD2C-D9A8F24E3506}" dt="2025-12-09T19:40:27.421" v="6229"/>
          <ac:spMkLst>
            <pc:docMk/>
            <pc:sldMk cId="94062559" sldId="268"/>
            <ac:spMk id="3" creationId="{0CFC362F-E2CC-1524-584A-478E2635508A}"/>
          </ac:spMkLst>
        </pc:spChg>
        <pc:spChg chg="add del mod">
          <ac:chgData name="Torgrim Odde" userId="263d2d9e-d662-4ecd-84e3-6377197a8522" providerId="ADAL" clId="{F19F3179-E777-480F-BD2C-D9A8F24E3506}" dt="2025-12-09T19:41:19.091" v="6233" actId="478"/>
          <ac:spMkLst>
            <pc:docMk/>
            <pc:sldMk cId="94062559" sldId="268"/>
            <ac:spMk id="9" creationId="{8D19D1DE-0F1E-2656-A0AB-139DC16095E6}"/>
          </ac:spMkLst>
        </pc:spChg>
        <pc:spChg chg="add del mod">
          <ac:chgData name="Torgrim Odde" userId="263d2d9e-d662-4ecd-84e3-6377197a8522" providerId="ADAL" clId="{F19F3179-E777-480F-BD2C-D9A8F24E3506}" dt="2025-12-09T19:41:21.671" v="6234" actId="478"/>
          <ac:spMkLst>
            <pc:docMk/>
            <pc:sldMk cId="94062559" sldId="268"/>
            <ac:spMk id="10" creationId="{A618B509-7E1D-098D-6B88-6DE72E8B5814}"/>
          </ac:spMkLst>
        </pc:spChg>
        <pc:picChg chg="del">
          <ac:chgData name="Torgrim Odde" userId="263d2d9e-d662-4ecd-84e3-6377197a8522" providerId="ADAL" clId="{F19F3179-E777-480F-BD2C-D9A8F24E3506}" dt="2025-12-09T19:40:15.475" v="6228" actId="478"/>
          <ac:picMkLst>
            <pc:docMk/>
            <pc:sldMk cId="94062559" sldId="268"/>
            <ac:picMk id="5" creationId="{F0AD7438-E1AC-9476-D137-3C920EF9B920}"/>
          </ac:picMkLst>
        </pc:picChg>
        <pc:picChg chg="add del mod">
          <ac:chgData name="Torgrim Odde" userId="263d2d9e-d662-4ecd-84e3-6377197a8522" providerId="ADAL" clId="{F19F3179-E777-480F-BD2C-D9A8F24E3506}" dt="2025-12-09T19:41:15.777" v="6231" actId="478"/>
          <ac:picMkLst>
            <pc:docMk/>
            <pc:sldMk cId="94062559" sldId="268"/>
            <ac:picMk id="2050" creationId="{3B0E7FA4-4F6A-82D8-6E0E-A74DB1ABA056}"/>
          </ac:picMkLst>
        </pc:picChg>
        <pc:picChg chg="add mod">
          <ac:chgData name="Torgrim Odde" userId="263d2d9e-d662-4ecd-84e3-6377197a8522" providerId="ADAL" clId="{F19F3179-E777-480F-BD2C-D9A8F24E3506}" dt="2025-12-09T19:42:16.617" v="6248" actId="1076"/>
          <ac:picMkLst>
            <pc:docMk/>
            <pc:sldMk cId="94062559" sldId="268"/>
            <ac:picMk id="2052" creationId="{211F960C-37AE-96CB-8707-B6CD0DB706B3}"/>
          </ac:picMkLst>
        </pc:picChg>
        <pc:picChg chg="add mod">
          <ac:chgData name="Torgrim Odde" userId="263d2d9e-d662-4ecd-84e3-6377197a8522" providerId="ADAL" clId="{F19F3179-E777-480F-BD2C-D9A8F24E3506}" dt="2025-12-09T19:41:32.922" v="6238" actId="1076"/>
          <ac:picMkLst>
            <pc:docMk/>
            <pc:sldMk cId="94062559" sldId="268"/>
            <ac:picMk id="2054" creationId="{CA58E8CD-6184-C160-C050-4CD1266E0D44}"/>
          </ac:picMkLst>
        </pc:picChg>
      </pc:sldChg>
      <pc:sldChg chg="addSp delSp modSp new mod modNotesTx">
        <pc:chgData name="Torgrim Odde" userId="263d2d9e-d662-4ecd-84e3-6377197a8522" providerId="ADAL" clId="{F19F3179-E777-480F-BD2C-D9A8F24E3506}" dt="2025-12-09T19:49:22.408" v="6932" actId="478"/>
        <pc:sldMkLst>
          <pc:docMk/>
          <pc:sldMk cId="2273902640" sldId="269"/>
        </pc:sldMkLst>
        <pc:spChg chg="mod">
          <ac:chgData name="Torgrim Odde" userId="263d2d9e-d662-4ecd-84e3-6377197a8522" providerId="ADAL" clId="{F19F3179-E777-480F-BD2C-D9A8F24E3506}" dt="2025-12-09T19:44:19.956" v="6475" actId="20577"/>
          <ac:spMkLst>
            <pc:docMk/>
            <pc:sldMk cId="2273902640" sldId="269"/>
            <ac:spMk id="2" creationId="{D5EFFA7A-47A0-FDCD-2B65-170529FD7822}"/>
          </ac:spMkLst>
        </pc:spChg>
        <pc:spChg chg="mod">
          <ac:chgData name="Torgrim Odde" userId="263d2d9e-d662-4ecd-84e3-6377197a8522" providerId="ADAL" clId="{F19F3179-E777-480F-BD2C-D9A8F24E3506}" dt="2025-12-09T19:44:53.195" v="6542" actId="20577"/>
          <ac:spMkLst>
            <pc:docMk/>
            <pc:sldMk cId="2273902640" sldId="269"/>
            <ac:spMk id="3" creationId="{16784325-132C-D2E3-6DA0-AFCDFA0E07F2}"/>
          </ac:spMkLst>
        </pc:spChg>
        <pc:picChg chg="add mod">
          <ac:chgData name="Torgrim Odde" userId="263d2d9e-d662-4ecd-84e3-6377197a8522" providerId="ADAL" clId="{F19F3179-E777-480F-BD2C-D9A8F24E3506}" dt="2025-12-09T19:48:13.562" v="6769" actId="1076"/>
          <ac:picMkLst>
            <pc:docMk/>
            <pc:sldMk cId="2273902640" sldId="269"/>
            <ac:picMk id="6" creationId="{A64B289B-5F3A-A791-1C8C-619FE4560C77}"/>
          </ac:picMkLst>
        </pc:picChg>
        <pc:picChg chg="add del">
          <ac:chgData name="Torgrim Odde" userId="263d2d9e-d662-4ecd-84e3-6377197a8522" providerId="ADAL" clId="{F19F3179-E777-480F-BD2C-D9A8F24E3506}" dt="2025-12-09T19:49:22.408" v="6932" actId="478"/>
          <ac:picMkLst>
            <pc:docMk/>
            <pc:sldMk cId="2273902640" sldId="269"/>
            <ac:picMk id="6146" creationId="{92157387-997F-4BD3-737A-71E4E54062FE}"/>
          </ac:picMkLst>
        </pc:picChg>
      </pc:sldChg>
      <pc:sldChg chg="addSp delSp modSp new mod modNotesTx">
        <pc:chgData name="Torgrim Odde" userId="263d2d9e-d662-4ecd-84e3-6377197a8522" providerId="ADAL" clId="{F19F3179-E777-480F-BD2C-D9A8F24E3506}" dt="2025-12-09T19:49:27.355" v="6934" actId="478"/>
        <pc:sldMkLst>
          <pc:docMk/>
          <pc:sldMk cId="2437537548" sldId="270"/>
        </pc:sldMkLst>
        <pc:spChg chg="del">
          <ac:chgData name="Torgrim Odde" userId="263d2d9e-d662-4ecd-84e3-6377197a8522" providerId="ADAL" clId="{F19F3179-E777-480F-BD2C-D9A8F24E3506}" dt="2025-12-09T19:49:27.355" v="6934" actId="478"/>
          <ac:spMkLst>
            <pc:docMk/>
            <pc:sldMk cId="2437537548" sldId="270"/>
            <ac:spMk id="2" creationId="{BF466F75-B360-20A6-6CC3-D7E94C1D8EEF}"/>
          </ac:spMkLst>
        </pc:spChg>
        <pc:spChg chg="del">
          <ac:chgData name="Torgrim Odde" userId="263d2d9e-d662-4ecd-84e3-6377197a8522" providerId="ADAL" clId="{F19F3179-E777-480F-BD2C-D9A8F24E3506}" dt="2025-12-09T19:49:25.643" v="6933"/>
          <ac:spMkLst>
            <pc:docMk/>
            <pc:sldMk cId="2437537548" sldId="270"/>
            <ac:spMk id="3" creationId="{18F26C7F-9CA1-B630-E169-183E5D60E95A}"/>
          </ac:spMkLst>
        </pc:spChg>
        <pc:picChg chg="add mod">
          <ac:chgData name="Torgrim Odde" userId="263d2d9e-d662-4ecd-84e3-6377197a8522" providerId="ADAL" clId="{F19F3179-E777-480F-BD2C-D9A8F24E3506}" dt="2025-12-09T19:49:25.643" v="6933"/>
          <ac:picMkLst>
            <pc:docMk/>
            <pc:sldMk cId="2437537548" sldId="270"/>
            <ac:picMk id="7170" creationId="{F809668A-3788-D0FA-772D-ADAB05380FD0}"/>
          </ac:picMkLst>
        </pc:picChg>
      </pc:sldChg>
      <pc:sldChg chg="addSp delSp modSp new mod modNotesTx">
        <pc:chgData name="Torgrim Odde" userId="263d2d9e-d662-4ecd-84e3-6377197a8522" providerId="ADAL" clId="{F19F3179-E777-480F-BD2C-D9A8F24E3506}" dt="2025-12-09T19:47:38.160" v="6765" actId="20577"/>
        <pc:sldMkLst>
          <pc:docMk/>
          <pc:sldMk cId="170911753" sldId="271"/>
        </pc:sldMkLst>
        <pc:spChg chg="mod">
          <ac:chgData name="Torgrim Odde" userId="263d2d9e-d662-4ecd-84e3-6377197a8522" providerId="ADAL" clId="{F19F3179-E777-480F-BD2C-D9A8F24E3506}" dt="2025-12-09T19:46:49.254" v="6661" actId="20577"/>
          <ac:spMkLst>
            <pc:docMk/>
            <pc:sldMk cId="170911753" sldId="271"/>
            <ac:spMk id="2" creationId="{46DA7F0A-6588-F767-D4C7-73CB59B2D386}"/>
          </ac:spMkLst>
        </pc:spChg>
        <pc:spChg chg="del">
          <ac:chgData name="Torgrim Odde" userId="263d2d9e-d662-4ecd-84e3-6377197a8522" providerId="ADAL" clId="{F19F3179-E777-480F-BD2C-D9A8F24E3506}" dt="2025-12-09T19:46:22.860" v="6615"/>
          <ac:spMkLst>
            <pc:docMk/>
            <pc:sldMk cId="170911753" sldId="271"/>
            <ac:spMk id="3" creationId="{D97BFEB0-F7BF-7AAD-2FE8-1BAF5AF30B05}"/>
          </ac:spMkLst>
        </pc:spChg>
        <pc:picChg chg="add mod">
          <ac:chgData name="Torgrim Odde" userId="263d2d9e-d662-4ecd-84e3-6377197a8522" providerId="ADAL" clId="{F19F3179-E777-480F-BD2C-D9A8F24E3506}" dt="2025-12-09T19:46:41.212" v="6643" actId="1076"/>
          <ac:picMkLst>
            <pc:docMk/>
            <pc:sldMk cId="170911753" sldId="271"/>
            <ac:picMk id="5122" creationId="{1D8AB00F-0E05-A3B6-08AB-C25BE39536F1}"/>
          </ac:picMkLst>
        </pc:picChg>
      </pc:sldChg>
      <pc:sldChg chg="addSp delSp modSp new mod modNotesTx">
        <pc:chgData name="Torgrim Odde" userId="263d2d9e-d662-4ecd-84e3-6377197a8522" providerId="ADAL" clId="{F19F3179-E777-480F-BD2C-D9A8F24E3506}" dt="2025-12-09T20:10:37.453" v="9073" actId="1076"/>
        <pc:sldMkLst>
          <pc:docMk/>
          <pc:sldMk cId="1027419999" sldId="272"/>
        </pc:sldMkLst>
        <pc:spChg chg="del">
          <ac:chgData name="Torgrim Odde" userId="263d2d9e-d662-4ecd-84e3-6377197a8522" providerId="ADAL" clId="{F19F3179-E777-480F-BD2C-D9A8F24E3506}" dt="2025-12-09T19:49:48.064" v="6937" actId="478"/>
          <ac:spMkLst>
            <pc:docMk/>
            <pc:sldMk cId="1027419999" sldId="272"/>
            <ac:spMk id="2" creationId="{6C29162C-A118-E19D-394D-3CE73A1193C9}"/>
          </ac:spMkLst>
        </pc:spChg>
        <pc:spChg chg="del">
          <ac:chgData name="Torgrim Odde" userId="263d2d9e-d662-4ecd-84e3-6377197a8522" providerId="ADAL" clId="{F19F3179-E777-480F-BD2C-D9A8F24E3506}" dt="2025-12-09T19:49:46.066" v="6936"/>
          <ac:spMkLst>
            <pc:docMk/>
            <pc:sldMk cId="1027419999" sldId="272"/>
            <ac:spMk id="3" creationId="{58FD292D-633B-B6BA-1373-095A308D9C1F}"/>
          </ac:spMkLst>
        </pc:spChg>
        <pc:picChg chg="add mod">
          <ac:chgData name="Torgrim Odde" userId="263d2d9e-d662-4ecd-84e3-6377197a8522" providerId="ADAL" clId="{F19F3179-E777-480F-BD2C-D9A8F24E3506}" dt="2025-12-09T20:10:37.453" v="9073" actId="1076"/>
          <ac:picMkLst>
            <pc:docMk/>
            <pc:sldMk cId="1027419999" sldId="272"/>
            <ac:picMk id="8194" creationId="{9FB17E7C-868C-F608-9A82-DFCED24492DB}"/>
          </ac:picMkLst>
        </pc:picChg>
        <pc:picChg chg="add mod">
          <ac:chgData name="Torgrim Odde" userId="263d2d9e-d662-4ecd-84e3-6377197a8522" providerId="ADAL" clId="{F19F3179-E777-480F-BD2C-D9A8F24E3506}" dt="2025-12-09T20:10:34.530" v="9072" actId="1076"/>
          <ac:picMkLst>
            <pc:docMk/>
            <pc:sldMk cId="1027419999" sldId="272"/>
            <ac:picMk id="8196" creationId="{474766EF-61E6-0164-282C-3A006D2377B5}"/>
          </ac:picMkLst>
        </pc:picChg>
        <pc:picChg chg="add mod">
          <ac:chgData name="Torgrim Odde" userId="263d2d9e-d662-4ecd-84e3-6377197a8522" providerId="ADAL" clId="{F19F3179-E777-480F-BD2C-D9A8F24E3506}" dt="2025-12-09T20:10:29.664" v="9071" actId="1076"/>
          <ac:picMkLst>
            <pc:docMk/>
            <pc:sldMk cId="1027419999" sldId="272"/>
            <ac:picMk id="8198" creationId="{AC5FEA8D-A7C9-1FCD-6117-D3853D72F0B9}"/>
          </ac:picMkLst>
        </pc:picChg>
      </pc:sldChg>
      <pc:sldChg chg="addSp delSp modSp new mod modNotesTx">
        <pc:chgData name="Torgrim Odde" userId="263d2d9e-d662-4ecd-84e3-6377197a8522" providerId="ADAL" clId="{F19F3179-E777-480F-BD2C-D9A8F24E3506}" dt="2025-12-09T19:56:53.245" v="7532" actId="1076"/>
        <pc:sldMkLst>
          <pc:docMk/>
          <pc:sldMk cId="3190432387" sldId="273"/>
        </pc:sldMkLst>
        <pc:spChg chg="mod">
          <ac:chgData name="Torgrim Odde" userId="263d2d9e-d662-4ecd-84e3-6377197a8522" providerId="ADAL" clId="{F19F3179-E777-480F-BD2C-D9A8F24E3506}" dt="2025-12-09T19:52:34.702" v="7292" actId="20577"/>
          <ac:spMkLst>
            <pc:docMk/>
            <pc:sldMk cId="3190432387" sldId="273"/>
            <ac:spMk id="2" creationId="{9FF4DFBC-A4DF-707E-995C-E631A85660C5}"/>
          </ac:spMkLst>
        </pc:spChg>
        <pc:spChg chg="del">
          <ac:chgData name="Torgrim Odde" userId="263d2d9e-d662-4ecd-84e3-6377197a8522" providerId="ADAL" clId="{F19F3179-E777-480F-BD2C-D9A8F24E3506}" dt="2025-12-09T19:56:05.452" v="7524" actId="22"/>
          <ac:spMkLst>
            <pc:docMk/>
            <pc:sldMk cId="3190432387" sldId="273"/>
            <ac:spMk id="3" creationId="{A5E29760-D3A8-F3B6-F0B6-3299B6485226}"/>
          </ac:spMkLst>
        </pc:spChg>
        <pc:picChg chg="add mod ord">
          <ac:chgData name="Torgrim Odde" userId="263d2d9e-d662-4ecd-84e3-6377197a8522" providerId="ADAL" clId="{F19F3179-E777-480F-BD2C-D9A8F24E3506}" dt="2025-12-09T19:56:48.596" v="7528" actId="1076"/>
          <ac:picMkLst>
            <pc:docMk/>
            <pc:sldMk cId="3190432387" sldId="273"/>
            <ac:picMk id="6" creationId="{AACDB366-02C4-C177-4EB8-2BD5E3B38916}"/>
          </ac:picMkLst>
        </pc:picChg>
        <pc:picChg chg="add mod">
          <ac:chgData name="Torgrim Odde" userId="263d2d9e-d662-4ecd-84e3-6377197a8522" providerId="ADAL" clId="{F19F3179-E777-480F-BD2C-D9A8F24E3506}" dt="2025-12-09T19:56:53.245" v="7532" actId="1076"/>
          <ac:picMkLst>
            <pc:docMk/>
            <pc:sldMk cId="3190432387" sldId="273"/>
            <ac:picMk id="8" creationId="{975EEC13-37BD-5DE1-49DC-CDF15A570428}"/>
          </ac:picMkLst>
        </pc:picChg>
      </pc:sldChg>
      <pc:sldChg chg="addSp delSp modSp new mod modNotesTx">
        <pc:chgData name="Torgrim Odde" userId="263d2d9e-d662-4ecd-84e3-6377197a8522" providerId="ADAL" clId="{F19F3179-E777-480F-BD2C-D9A8F24E3506}" dt="2025-12-09T20:10:54.834" v="9083" actId="1036"/>
        <pc:sldMkLst>
          <pc:docMk/>
          <pc:sldMk cId="1722902679" sldId="274"/>
        </pc:sldMkLst>
        <pc:spChg chg="del">
          <ac:chgData name="Torgrim Odde" userId="263d2d9e-d662-4ecd-84e3-6377197a8522" providerId="ADAL" clId="{F19F3179-E777-480F-BD2C-D9A8F24E3506}" dt="2025-12-09T19:53:01.363" v="7296" actId="478"/>
          <ac:spMkLst>
            <pc:docMk/>
            <pc:sldMk cId="1722902679" sldId="274"/>
            <ac:spMk id="2" creationId="{4C62817F-8F5B-CA3A-3FAE-0D3FC8226804}"/>
          </ac:spMkLst>
        </pc:spChg>
        <pc:spChg chg="del mod">
          <ac:chgData name="Torgrim Odde" userId="263d2d9e-d662-4ecd-84e3-6377197a8522" providerId="ADAL" clId="{F19F3179-E777-480F-BD2C-D9A8F24E3506}" dt="2025-12-09T19:53:00.554" v="7295" actId="478"/>
          <ac:spMkLst>
            <pc:docMk/>
            <pc:sldMk cId="1722902679" sldId="274"/>
            <ac:spMk id="3" creationId="{DBBA0E5B-82A6-9832-24A2-673A1B724D4E}"/>
          </ac:spMkLst>
        </pc:spChg>
        <pc:picChg chg="add del mod">
          <ac:chgData name="Torgrim Odde" userId="263d2d9e-d662-4ecd-84e3-6377197a8522" providerId="ADAL" clId="{F19F3179-E777-480F-BD2C-D9A8F24E3506}" dt="2025-12-09T20:02:03.794" v="8339" actId="478"/>
          <ac:picMkLst>
            <pc:docMk/>
            <pc:sldMk cId="1722902679" sldId="274"/>
            <ac:picMk id="9218" creationId="{4C674FD1-2B20-90E5-F9FD-4A1802A1201D}"/>
          </ac:picMkLst>
        </pc:picChg>
        <pc:picChg chg="add del mod">
          <ac:chgData name="Torgrim Odde" userId="263d2d9e-d662-4ecd-84e3-6377197a8522" providerId="ADAL" clId="{F19F3179-E777-480F-BD2C-D9A8F24E3506}" dt="2025-12-09T20:02:04.731" v="8340" actId="478"/>
          <ac:picMkLst>
            <pc:docMk/>
            <pc:sldMk cId="1722902679" sldId="274"/>
            <ac:picMk id="9220" creationId="{F4110235-E5C7-0B2A-2690-3CF0A33EA926}"/>
          </ac:picMkLst>
        </pc:picChg>
        <pc:picChg chg="add del mod">
          <ac:chgData name="Torgrim Odde" userId="263d2d9e-d662-4ecd-84e3-6377197a8522" providerId="ADAL" clId="{F19F3179-E777-480F-BD2C-D9A8F24E3506}" dt="2025-12-09T20:02:05.653" v="8341" actId="478"/>
          <ac:picMkLst>
            <pc:docMk/>
            <pc:sldMk cId="1722902679" sldId="274"/>
            <ac:picMk id="9222" creationId="{701EC21D-1B46-BFF4-911F-A042E964A7B3}"/>
          </ac:picMkLst>
        </pc:picChg>
        <pc:picChg chg="add mod">
          <ac:chgData name="Torgrim Odde" userId="263d2d9e-d662-4ecd-84e3-6377197a8522" providerId="ADAL" clId="{F19F3179-E777-480F-BD2C-D9A8F24E3506}" dt="2025-12-09T20:02:27.580" v="8349" actId="1076"/>
          <ac:picMkLst>
            <pc:docMk/>
            <pc:sldMk cId="1722902679" sldId="274"/>
            <ac:picMk id="9224" creationId="{B129BFD1-33FF-8E2C-D7FE-BE67FD89F97B}"/>
          </ac:picMkLst>
        </pc:picChg>
        <pc:picChg chg="add mod">
          <ac:chgData name="Torgrim Odde" userId="263d2d9e-d662-4ecd-84e3-6377197a8522" providerId="ADAL" clId="{F19F3179-E777-480F-BD2C-D9A8F24E3506}" dt="2025-12-09T20:10:52.257" v="9080" actId="1036"/>
          <ac:picMkLst>
            <pc:docMk/>
            <pc:sldMk cId="1722902679" sldId="274"/>
            <ac:picMk id="9226" creationId="{D4A7DD35-EA20-9ACA-1C6F-E8421B63CB16}"/>
          </ac:picMkLst>
        </pc:picChg>
        <pc:picChg chg="add mod">
          <ac:chgData name="Torgrim Odde" userId="263d2d9e-d662-4ecd-84e3-6377197a8522" providerId="ADAL" clId="{F19F3179-E777-480F-BD2C-D9A8F24E3506}" dt="2025-12-09T20:10:54.834" v="9083" actId="1036"/>
          <ac:picMkLst>
            <pc:docMk/>
            <pc:sldMk cId="1722902679" sldId="274"/>
            <ac:picMk id="9228" creationId="{9E11A27E-5F4D-677B-4B94-F8FF640EB7E9}"/>
          </ac:picMkLst>
        </pc:picChg>
      </pc:sldChg>
      <pc:sldChg chg="modSp new mod modNotesTx">
        <pc:chgData name="Torgrim Odde" userId="263d2d9e-d662-4ecd-84e3-6377197a8522" providerId="ADAL" clId="{F19F3179-E777-480F-BD2C-D9A8F24E3506}" dt="2025-12-09T19:59:13.013" v="8004" actId="5793"/>
        <pc:sldMkLst>
          <pc:docMk/>
          <pc:sldMk cId="744451851" sldId="275"/>
        </pc:sldMkLst>
        <pc:spChg chg="mod">
          <ac:chgData name="Torgrim Odde" userId="263d2d9e-d662-4ecd-84e3-6377197a8522" providerId="ADAL" clId="{F19F3179-E777-480F-BD2C-D9A8F24E3506}" dt="2025-12-09T19:57:52.463" v="7756" actId="20577"/>
          <ac:spMkLst>
            <pc:docMk/>
            <pc:sldMk cId="744451851" sldId="275"/>
            <ac:spMk id="2" creationId="{F8090F90-DBBF-1B09-087E-F0028775218C}"/>
          </ac:spMkLst>
        </pc:spChg>
        <pc:spChg chg="mod">
          <ac:chgData name="Torgrim Odde" userId="263d2d9e-d662-4ecd-84e3-6377197a8522" providerId="ADAL" clId="{F19F3179-E777-480F-BD2C-D9A8F24E3506}" dt="2025-12-09T19:58:50.086" v="7925" actId="20577"/>
          <ac:spMkLst>
            <pc:docMk/>
            <pc:sldMk cId="744451851" sldId="275"/>
            <ac:spMk id="3" creationId="{B80CD1B2-06B4-DA09-B4DB-43AFB5451A84}"/>
          </ac:spMkLst>
        </pc:spChg>
      </pc:sldChg>
      <pc:sldChg chg="modSp new mod">
        <pc:chgData name="Torgrim Odde" userId="263d2d9e-d662-4ecd-84e3-6377197a8522" providerId="ADAL" clId="{F19F3179-E777-480F-BD2C-D9A8F24E3506}" dt="2025-12-09T20:00:15.864" v="8193" actId="20577"/>
        <pc:sldMkLst>
          <pc:docMk/>
          <pc:sldMk cId="362395118" sldId="276"/>
        </pc:sldMkLst>
        <pc:spChg chg="mod">
          <ac:chgData name="Torgrim Odde" userId="263d2d9e-d662-4ecd-84e3-6377197a8522" providerId="ADAL" clId="{F19F3179-E777-480F-BD2C-D9A8F24E3506}" dt="2025-12-09T19:59:50.164" v="8097" actId="20577"/>
          <ac:spMkLst>
            <pc:docMk/>
            <pc:sldMk cId="362395118" sldId="276"/>
            <ac:spMk id="2" creationId="{0D3F70E0-AB4D-7DD0-ED87-427D24E74FE3}"/>
          </ac:spMkLst>
        </pc:spChg>
        <pc:spChg chg="mod">
          <ac:chgData name="Torgrim Odde" userId="263d2d9e-d662-4ecd-84e3-6377197a8522" providerId="ADAL" clId="{F19F3179-E777-480F-BD2C-D9A8F24E3506}" dt="2025-12-09T20:00:15.864" v="8193" actId="20577"/>
          <ac:spMkLst>
            <pc:docMk/>
            <pc:sldMk cId="362395118" sldId="276"/>
            <ac:spMk id="3" creationId="{406057F0-DA55-54CE-ED4F-ACD70E90EF14}"/>
          </ac:spMkLst>
        </pc:spChg>
      </pc:sldChg>
      <pc:sldChg chg="addSp modSp new mod">
        <pc:chgData name="Torgrim Odde" userId="263d2d9e-d662-4ecd-84e3-6377197a8522" providerId="ADAL" clId="{F19F3179-E777-480F-BD2C-D9A8F24E3506}" dt="2025-12-09T20:05:56.311" v="8600" actId="20577"/>
        <pc:sldMkLst>
          <pc:docMk/>
          <pc:sldMk cId="4192516242" sldId="277"/>
        </pc:sldMkLst>
        <pc:spChg chg="mod">
          <ac:chgData name="Torgrim Odde" userId="263d2d9e-d662-4ecd-84e3-6377197a8522" providerId="ADAL" clId="{F19F3179-E777-480F-BD2C-D9A8F24E3506}" dt="2025-12-09T19:59:24.269" v="8033" actId="20577"/>
          <ac:spMkLst>
            <pc:docMk/>
            <pc:sldMk cId="4192516242" sldId="277"/>
            <ac:spMk id="2" creationId="{0C1A0212-279F-7051-90C3-5E9DD56C987F}"/>
          </ac:spMkLst>
        </pc:spChg>
        <pc:spChg chg="mod">
          <ac:chgData name="Torgrim Odde" userId="263d2d9e-d662-4ecd-84e3-6377197a8522" providerId="ADAL" clId="{F19F3179-E777-480F-BD2C-D9A8F24E3506}" dt="2025-12-09T20:05:56.311" v="8600" actId="20577"/>
          <ac:spMkLst>
            <pc:docMk/>
            <pc:sldMk cId="4192516242" sldId="277"/>
            <ac:spMk id="3" creationId="{7E77DEC8-24DD-5503-AFCE-1CEE12064838}"/>
          </ac:spMkLst>
        </pc:spChg>
        <pc:picChg chg="add mod">
          <ac:chgData name="Torgrim Odde" userId="263d2d9e-d662-4ecd-84e3-6377197a8522" providerId="ADAL" clId="{F19F3179-E777-480F-BD2C-D9A8F24E3506}" dt="2025-12-09T20:05:33.485" v="8559" actId="1076"/>
          <ac:picMkLst>
            <pc:docMk/>
            <pc:sldMk cId="4192516242" sldId="277"/>
            <ac:picMk id="10242" creationId="{46475A38-0E78-F28E-3843-83144D837DCB}"/>
          </ac:picMkLst>
        </pc:picChg>
        <pc:picChg chg="add mod">
          <ac:chgData name="Torgrim Odde" userId="263d2d9e-d662-4ecd-84e3-6377197a8522" providerId="ADAL" clId="{F19F3179-E777-480F-BD2C-D9A8F24E3506}" dt="2025-12-09T20:05:44.054" v="8563" actId="1076"/>
          <ac:picMkLst>
            <pc:docMk/>
            <pc:sldMk cId="4192516242" sldId="277"/>
            <ac:picMk id="10244" creationId="{2BDC8ABF-C8B0-B372-C67B-7152872B4451}"/>
          </ac:picMkLst>
        </pc:picChg>
      </pc:sldChg>
      <pc:sldChg chg="modSp new mod">
        <pc:chgData name="Torgrim Odde" userId="263d2d9e-d662-4ecd-84e3-6377197a8522" providerId="ADAL" clId="{F19F3179-E777-480F-BD2C-D9A8F24E3506}" dt="2025-12-09T20:01:22.946" v="8338" actId="20577"/>
        <pc:sldMkLst>
          <pc:docMk/>
          <pc:sldMk cId="3231514265" sldId="278"/>
        </pc:sldMkLst>
        <pc:spChg chg="mod">
          <ac:chgData name="Torgrim Odde" userId="263d2d9e-d662-4ecd-84e3-6377197a8522" providerId="ADAL" clId="{F19F3179-E777-480F-BD2C-D9A8F24E3506}" dt="2025-12-09T20:00:29.014" v="8212" actId="20577"/>
          <ac:spMkLst>
            <pc:docMk/>
            <pc:sldMk cId="3231514265" sldId="278"/>
            <ac:spMk id="2" creationId="{F36E9933-4414-9DA1-57F9-32078EB8336A}"/>
          </ac:spMkLst>
        </pc:spChg>
        <pc:spChg chg="mod">
          <ac:chgData name="Torgrim Odde" userId="263d2d9e-d662-4ecd-84e3-6377197a8522" providerId="ADAL" clId="{F19F3179-E777-480F-BD2C-D9A8F24E3506}" dt="2025-12-09T20:01:22.946" v="8338" actId="20577"/>
          <ac:spMkLst>
            <pc:docMk/>
            <pc:sldMk cId="3231514265" sldId="278"/>
            <ac:spMk id="3" creationId="{CF0B3EC5-2FC9-E8CD-E858-54B6AE42D575}"/>
          </ac:spMkLst>
        </pc:spChg>
      </pc:sldChg>
      <pc:sldChg chg="modSp new mod">
        <pc:chgData name="Torgrim Odde" userId="263d2d9e-d662-4ecd-84e3-6377197a8522" providerId="ADAL" clId="{F19F3179-E777-480F-BD2C-D9A8F24E3506}" dt="2025-12-09T20:07:46.838" v="8751" actId="20577"/>
        <pc:sldMkLst>
          <pc:docMk/>
          <pc:sldMk cId="2416367814" sldId="279"/>
        </pc:sldMkLst>
        <pc:spChg chg="mod">
          <ac:chgData name="Torgrim Odde" userId="263d2d9e-d662-4ecd-84e3-6377197a8522" providerId="ADAL" clId="{F19F3179-E777-480F-BD2C-D9A8F24E3506}" dt="2025-12-09T20:07:02.547" v="8635" actId="20577"/>
          <ac:spMkLst>
            <pc:docMk/>
            <pc:sldMk cId="2416367814" sldId="279"/>
            <ac:spMk id="2" creationId="{88180480-6E34-3BF3-300B-F596DFF6D42D}"/>
          </ac:spMkLst>
        </pc:spChg>
        <pc:spChg chg="mod">
          <ac:chgData name="Torgrim Odde" userId="263d2d9e-d662-4ecd-84e3-6377197a8522" providerId="ADAL" clId="{F19F3179-E777-480F-BD2C-D9A8F24E3506}" dt="2025-12-09T20:07:46.838" v="8751" actId="20577"/>
          <ac:spMkLst>
            <pc:docMk/>
            <pc:sldMk cId="2416367814" sldId="279"/>
            <ac:spMk id="3" creationId="{04C3E930-8E5C-5A50-CB5A-CA8CFE554CD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7ED373-BAD1-4F47-AB59-36CCC457D4C9}" type="datetimeFigureOut">
              <a:rPr lang="en-US" smtClean="0"/>
              <a:t>12/10/2025</a:t>
            </a:fld>
            <a:endParaRPr lang="en-US"/>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A439AA-4617-4627-B5F6-FFD7862B74B0}" type="slidenum">
              <a:rPr lang="en-US" smtClean="0"/>
              <a:t>‹#›</a:t>
            </a:fld>
            <a:endParaRPr lang="en-US"/>
          </a:p>
        </p:txBody>
      </p:sp>
    </p:spTree>
    <p:extLst>
      <p:ext uri="{BB962C8B-B14F-4D97-AF65-F5344CB8AC3E}">
        <p14:creationId xmlns:p14="http://schemas.microsoft.com/office/powerpoint/2010/main" val="466898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dirty="0"/>
              <a:t>I will start, Malvin will cover the second part and conclude project 4 – our final project for this course.</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a:t>
            </a:fld>
            <a:endParaRPr lang="en-US"/>
          </a:p>
        </p:txBody>
      </p:sp>
    </p:spTree>
    <p:extLst>
      <p:ext uri="{BB962C8B-B14F-4D97-AF65-F5344CB8AC3E}">
        <p14:creationId xmlns:p14="http://schemas.microsoft.com/office/powerpoint/2010/main" val="373722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This project covers both mixing tanks dynamics and groundwater transport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project presentation follow the project build-up and exercises</a:t>
            </a:r>
          </a:p>
          <a:p>
            <a:pPr marL="628650" lvl="1" indent="-171450">
              <a:buFont typeface="Arial" panose="020B0604020202020204" pitchFamily="34" charset="0"/>
              <a:buChar char="•"/>
            </a:pPr>
            <a:r>
              <a:rPr lang="en-US" dirty="0"/>
              <a:t>We start from a simple mass balance and build up to full stochastic simulation</a:t>
            </a:r>
          </a:p>
          <a:p>
            <a:pPr marL="171450" lvl="0" indent="-171450">
              <a:buFont typeface="Arial" panose="020B0604020202020204" pitchFamily="34" charset="0"/>
              <a:buChar char="•"/>
            </a:pPr>
            <a:r>
              <a:rPr lang="en-US" dirty="0"/>
              <a:t>Goal of the project</a:t>
            </a:r>
          </a:p>
          <a:p>
            <a:pPr marL="628650" lvl="1" indent="-171450">
              <a:buFont typeface="Arial" panose="020B0604020202020204" pitchFamily="34" charset="0"/>
              <a:buChar char="•"/>
            </a:pPr>
            <a:r>
              <a:rPr lang="en-US" dirty="0"/>
              <a:t>Use Monte Carlo to model uncertainty</a:t>
            </a:r>
          </a:p>
          <a:p>
            <a:pPr marL="628650" lvl="1" indent="-171450">
              <a:buFont typeface="Arial" panose="020B0604020202020204" pitchFamily="34" charset="0"/>
              <a:buChar char="•"/>
            </a:pPr>
            <a:r>
              <a:rPr lang="en-US" dirty="0"/>
              <a:t>Validate against deterministic ODE</a:t>
            </a:r>
          </a:p>
          <a:p>
            <a:pPr marL="628650" lvl="1" indent="-171450">
              <a:buFont typeface="Arial" panose="020B0604020202020204" pitchFamily="34" charset="0"/>
              <a:buChar char="•"/>
            </a:pPr>
            <a:r>
              <a:rPr lang="en-US" dirty="0"/>
              <a:t>Compare risk scenarios</a:t>
            </a:r>
          </a:p>
        </p:txBody>
      </p:sp>
      <p:sp>
        <p:nvSpPr>
          <p:cNvPr id="4" name="Plassholder for lysbildenummer 3"/>
          <p:cNvSpPr>
            <a:spLocks noGrp="1"/>
          </p:cNvSpPr>
          <p:nvPr>
            <p:ph type="sldNum" sz="quarter" idx="5"/>
          </p:nvPr>
        </p:nvSpPr>
        <p:spPr/>
        <p:txBody>
          <a:bodyPr/>
          <a:lstStyle/>
          <a:p>
            <a:fld id="{F7A439AA-4617-4627-B5F6-FFD7862B74B0}" type="slidenum">
              <a:rPr lang="en-US" smtClean="0"/>
              <a:t>2</a:t>
            </a:fld>
            <a:endParaRPr lang="en-US"/>
          </a:p>
        </p:txBody>
      </p:sp>
    </p:spTree>
    <p:extLst>
      <p:ext uri="{BB962C8B-B14F-4D97-AF65-F5344CB8AC3E}">
        <p14:creationId xmlns:p14="http://schemas.microsoft.com/office/powerpoint/2010/main" val="30858099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start with a perfectly mixed single tank.</a:t>
            </a:r>
          </a:p>
          <a:p>
            <a:pPr marL="171450" indent="-171450">
              <a:buFont typeface="Arial" panose="020B0604020202020204" pitchFamily="34" charset="0"/>
              <a:buChar char="•"/>
            </a:pPr>
            <a:r>
              <a:rPr lang="en-US" dirty="0"/>
              <a:t>The governing equation comes from a standard mass balance, and the solution is exponential decay toward the steady-state determined by inflow concentration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Monte Carlo should match it in expectation, we will come back to that later on.</a:t>
            </a:r>
          </a:p>
          <a:p>
            <a:pPr marL="628650" lvl="1"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3</a:t>
            </a:fld>
            <a:endParaRPr lang="en-US"/>
          </a:p>
        </p:txBody>
      </p:sp>
    </p:spTree>
    <p:extLst>
      <p:ext uri="{BB962C8B-B14F-4D97-AF65-F5344CB8AC3E}">
        <p14:creationId xmlns:p14="http://schemas.microsoft.com/office/powerpoint/2010/main" val="3886943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Monte Carlo concept</a:t>
            </a:r>
          </a:p>
          <a:p>
            <a:pPr marL="628650" lvl="1" indent="-171450">
              <a:buFont typeface="Arial" panose="020B0604020202020204" pitchFamily="34" charset="0"/>
              <a:buChar char="•"/>
            </a:pPr>
            <a:r>
              <a:rPr lang="en-US" dirty="0"/>
              <a:t>We have uncertainty from volume (V), flow (Q) and initial concentration</a:t>
            </a:r>
          </a:p>
          <a:p>
            <a:pPr marL="628650" lvl="1" indent="-171450">
              <a:buFont typeface="Arial" panose="020B0604020202020204" pitchFamily="34" charset="0"/>
              <a:buChar char="•"/>
            </a:pPr>
            <a:r>
              <a:rPr lang="en-US" dirty="0"/>
              <a:t>We then repeat the simulation many times, sample parameters and compute</a:t>
            </a:r>
          </a:p>
          <a:p>
            <a:pPr marL="1085850" lvl="2" indent="-171450">
              <a:buFont typeface="Arial" panose="020B0604020202020204" pitchFamily="34" charset="0"/>
              <a:buChar char="•"/>
            </a:pPr>
            <a:r>
              <a:rPr lang="en-US" dirty="0"/>
              <a:t>Mean, Standard deviation and Confidence Intervals</a:t>
            </a:r>
          </a:p>
          <a:p>
            <a:pPr marL="628650" lvl="1" indent="-171450">
              <a:buFont typeface="Arial" panose="020B0604020202020204" pitchFamily="34" charset="0"/>
              <a:buChar char="•"/>
            </a:pPr>
            <a:r>
              <a:rPr lang="en-US" dirty="0"/>
              <a:t>As a result, we get not only a prediction, but also the range of outcomes</a:t>
            </a:r>
          </a:p>
          <a:p>
            <a:pPr marL="457200" lvl="1" indent="0">
              <a:buFont typeface="Arial" panose="020B0604020202020204" pitchFamily="34" charset="0"/>
              <a:buNone/>
            </a:pPr>
            <a:endParaRPr lang="en-US" dirty="0"/>
          </a:p>
          <a:p>
            <a:pPr marL="171450" indent="-171450">
              <a:buFont typeface="Arial" panose="020B0604020202020204" pitchFamily="34" charset="0"/>
              <a:buChar char="•"/>
            </a:pPr>
            <a:r>
              <a:rPr lang="en-US" dirty="0"/>
              <a:t>In our project, Monte Carlo is used to propagate parameter uncertainty with two methods</a:t>
            </a:r>
          </a:p>
          <a:p>
            <a:pPr marL="628650" lvl="1" indent="-171450">
              <a:buFont typeface="Arial" panose="020B0604020202020204" pitchFamily="34" charset="0"/>
              <a:buChar char="•"/>
            </a:pPr>
            <a:r>
              <a:rPr lang="en-US" dirty="0"/>
              <a:t>Option 1: each run has fixed parameters (and we simulate for 100 runs, 1000 steps)</a:t>
            </a:r>
          </a:p>
          <a:p>
            <a:pPr marL="1085850" lvl="2" indent="-171450">
              <a:buFont typeface="Arial" panose="020B0604020202020204" pitchFamily="34" charset="0"/>
              <a:buChar char="•"/>
            </a:pPr>
            <a:r>
              <a:rPr lang="en-US" dirty="0"/>
              <a:t>What’s important to mention is that we introduced the particle probability and used this for simulating the best and most realistic results</a:t>
            </a:r>
          </a:p>
          <a:p>
            <a:pPr marL="1085850" lvl="2" indent="-171450">
              <a:buFont typeface="Arial" panose="020B0604020202020204" pitchFamily="34" charset="0"/>
              <a:buChar char="•"/>
            </a:pPr>
            <a:r>
              <a:rPr lang="en-US" dirty="0"/>
              <a:t>The code snippets show how we implement the Particle Probability, Explicit Euler and set Sample parameters</a:t>
            </a:r>
          </a:p>
        </p:txBody>
      </p:sp>
      <p:sp>
        <p:nvSpPr>
          <p:cNvPr id="4" name="Plassholder for lysbildenummer 3"/>
          <p:cNvSpPr>
            <a:spLocks noGrp="1"/>
          </p:cNvSpPr>
          <p:nvPr>
            <p:ph type="sldNum" sz="quarter" idx="5"/>
          </p:nvPr>
        </p:nvSpPr>
        <p:spPr/>
        <p:txBody>
          <a:bodyPr/>
          <a:lstStyle/>
          <a:p>
            <a:fld id="{F7A439AA-4617-4627-B5F6-FFD7862B74B0}" type="slidenum">
              <a:rPr lang="en-US" smtClean="0"/>
              <a:t>4</a:t>
            </a:fld>
            <a:endParaRPr lang="en-US"/>
          </a:p>
        </p:txBody>
      </p:sp>
    </p:spTree>
    <p:extLst>
      <p:ext uri="{BB962C8B-B14F-4D97-AF65-F5344CB8AC3E}">
        <p14:creationId xmlns:p14="http://schemas.microsoft.com/office/powerpoint/2010/main" val="258633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lvl="0" indent="-171450">
              <a:buFont typeface="Arial" panose="020B0604020202020204" pitchFamily="34" charset="0"/>
              <a:buChar char="•"/>
            </a:pPr>
            <a:r>
              <a:rPr lang="en-US" dirty="0"/>
              <a:t>Here, we showcase the Monte Carlo simulations (with particle probability) next to the “perfect” explicit Euler</a:t>
            </a:r>
          </a:p>
          <a:p>
            <a:pPr marL="171450" lvl="0" indent="-171450">
              <a:buFont typeface="Arial" panose="020B0604020202020204" pitchFamily="34" charset="0"/>
              <a:buChar char="•"/>
            </a:pPr>
            <a:r>
              <a:rPr lang="en-US" dirty="0"/>
              <a:t>What we can see from the plot</a:t>
            </a:r>
          </a:p>
          <a:p>
            <a:pPr marL="628650" lvl="1" indent="-171450">
              <a:buFont typeface="Arial" panose="020B0604020202020204" pitchFamily="34" charset="0"/>
              <a:buChar char="•"/>
            </a:pPr>
            <a:r>
              <a:rPr lang="en-US" dirty="0"/>
              <a:t>The mean closely follow the analytical decay (purely exponential), showing robustness of the system</a:t>
            </a:r>
          </a:p>
          <a:p>
            <a:pPr marL="628650" lvl="1" indent="-171450">
              <a:buFont typeface="Arial" panose="020B0604020202020204" pitchFamily="34" charset="0"/>
              <a:buChar char="•"/>
            </a:pPr>
            <a:r>
              <a:rPr lang="en-US" dirty="0"/>
              <a:t>The particle Monte Carlo adds sampling noise to the simulations</a:t>
            </a:r>
          </a:p>
          <a:p>
            <a:pPr marL="628650" lvl="1" indent="-171450">
              <a:buFont typeface="Arial" panose="020B0604020202020204" pitchFamily="34" charset="0"/>
              <a:buChar char="•"/>
            </a:pPr>
            <a:r>
              <a:rPr lang="en-US" dirty="0"/>
              <a:t>The confidence intervals are very narrow (which is why we zoom in on plot 3 </a:t>
            </a:r>
            <a:r>
              <a:rPr lang="en-US" dirty="0" err="1"/>
              <a:t>iot</a:t>
            </a:r>
            <a:r>
              <a:rPr lang="en-US" dirty="0"/>
              <a:t> visualize it)</a:t>
            </a:r>
          </a:p>
          <a:p>
            <a:pPr marL="628650" lvl="1" indent="-171450">
              <a:buFont typeface="Arial" panose="020B0604020202020204" pitchFamily="34" charset="0"/>
              <a:buChar char="•"/>
            </a:pPr>
            <a:r>
              <a:rPr lang="en-US" dirty="0"/>
              <a:t>Uncertainty at this stage is dominated by </a:t>
            </a:r>
          </a:p>
          <a:p>
            <a:pPr marL="1085850" lvl="2" indent="-171450">
              <a:buFont typeface="Arial" panose="020B0604020202020204" pitchFamily="34" charset="0"/>
              <a:buChar char="•"/>
            </a:pPr>
            <a:r>
              <a:rPr lang="en-US" dirty="0"/>
              <a:t>Initial concentration and decay rate</a:t>
            </a:r>
          </a:p>
          <a:p>
            <a:pPr marL="628650" lvl="1" indent="-171450">
              <a:buFont typeface="Arial" panose="020B0604020202020204" pitchFamily="34" charset="0"/>
              <a:buChar char="•"/>
            </a:pPr>
            <a:endParaRPr lang="en-US" dirty="0"/>
          </a:p>
          <a:p>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5</a:t>
            </a:fld>
            <a:endParaRPr lang="en-US"/>
          </a:p>
        </p:txBody>
      </p:sp>
    </p:spTree>
    <p:extLst>
      <p:ext uri="{BB962C8B-B14F-4D97-AF65-F5344CB8AC3E}">
        <p14:creationId xmlns:p14="http://schemas.microsoft.com/office/powerpoint/2010/main" val="2162336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A7B2-C1F5-6C8C-E6A0-6A4767003FA1}"/>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8CACDC90-3F7E-FA39-AA8D-670B838A0839}"/>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76A982F2-68D4-5C03-2658-4D6AB86EF17F}"/>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Option 2: flow rates vary dynamically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We resample flow rate Q(t) at every time step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Volume and initial concentration are till fixed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Plassholder for lysbildenummer 3">
            <a:extLst>
              <a:ext uri="{FF2B5EF4-FFF2-40B4-BE49-F238E27FC236}">
                <a16:creationId xmlns:a16="http://schemas.microsoft.com/office/drawing/2014/main" id="{F35D97D3-09C6-9BA7-FE43-C1F1C8292ABB}"/>
              </a:ext>
            </a:extLst>
          </p:cNvPr>
          <p:cNvSpPr>
            <a:spLocks noGrp="1"/>
          </p:cNvSpPr>
          <p:nvPr>
            <p:ph type="sldNum" sz="quarter" idx="5"/>
          </p:nvPr>
        </p:nvSpPr>
        <p:spPr/>
        <p:txBody>
          <a:bodyPr/>
          <a:lstStyle/>
          <a:p>
            <a:fld id="{F7A439AA-4617-4627-B5F6-FFD7862B74B0}" type="slidenum">
              <a:rPr lang="en-US" smtClean="0"/>
              <a:t>6</a:t>
            </a:fld>
            <a:endParaRPr lang="en-US"/>
          </a:p>
        </p:txBody>
      </p:sp>
    </p:spTree>
    <p:extLst>
      <p:ext uri="{BB962C8B-B14F-4D97-AF65-F5344CB8AC3E}">
        <p14:creationId xmlns:p14="http://schemas.microsoft.com/office/powerpoint/2010/main" val="320584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0FDA7-782E-0E03-84E2-75895F18FAA2}"/>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1D04FA27-C2D6-BC24-960B-B2B4500DC74A}"/>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845CB261-82C1-313B-48A6-FD07E0E4BB58}"/>
              </a:ext>
            </a:extLst>
          </p:cNvPr>
          <p:cNvSpPr>
            <a:spLocks noGrp="1"/>
          </p:cNvSpPr>
          <p:nvPr>
            <p:ph type="body" idx="1"/>
          </p:nvPr>
        </p:nvSpPr>
        <p:spPr/>
        <p:txBody>
          <a:bodyPr/>
          <a:lstStyle/>
          <a:p>
            <a:pPr marL="171450" lvl="0" indent="-171450">
              <a:buFont typeface="Arial" panose="020B0604020202020204" pitchFamily="34" charset="0"/>
              <a:buChar char="•"/>
            </a:pPr>
            <a:r>
              <a:rPr lang="en-US" dirty="0"/>
              <a:t>Again, we compare the Monte Carlo simulation with the explicit Euler </a:t>
            </a:r>
          </a:p>
          <a:p>
            <a:pPr marL="171450" lvl="0" indent="-171450">
              <a:buFont typeface="Arial" panose="020B0604020202020204" pitchFamily="34" charset="0"/>
              <a:buChar char="•"/>
            </a:pPr>
            <a:r>
              <a:rPr lang="en-US" dirty="0"/>
              <a:t>What we can see from the plot</a:t>
            </a:r>
          </a:p>
          <a:p>
            <a:pPr marL="628650" lvl="1" indent="-171450">
              <a:buFont typeface="Arial" panose="020B0604020202020204" pitchFamily="34" charset="0"/>
              <a:buChar char="•"/>
            </a:pPr>
            <a:r>
              <a:rPr lang="en-US" dirty="0"/>
              <a:t>Both means closely follow the analytical decay (purely exponential), showing robustness</a:t>
            </a:r>
          </a:p>
          <a:p>
            <a:pPr marL="628650" lvl="1" indent="-171450">
              <a:buFont typeface="Arial" panose="020B0604020202020204" pitchFamily="34" charset="0"/>
              <a:buChar char="•"/>
            </a:pPr>
            <a:r>
              <a:rPr lang="en-US" dirty="0"/>
              <a:t>Again, the key difference lie in the standard deviations</a:t>
            </a:r>
          </a:p>
          <a:p>
            <a:pPr marL="628650" lvl="1" indent="-171450">
              <a:buFont typeface="Arial" panose="020B0604020202020204" pitchFamily="34" charset="0"/>
              <a:buChar char="•"/>
            </a:pPr>
            <a:r>
              <a:rPr lang="en-US" dirty="0"/>
              <a:t>Even with fluctuation flow, the average behavior is close to identical</a:t>
            </a:r>
          </a:p>
          <a:p>
            <a:pPr marL="628650" lvl="1" indent="-171450">
              <a:buFont typeface="Arial" panose="020B0604020202020204" pitchFamily="34" charset="0"/>
              <a:buChar char="•"/>
            </a:pPr>
            <a:r>
              <a:rPr lang="en-US" dirty="0"/>
              <a:t>Uncertainty changes slightly</a:t>
            </a:r>
          </a:p>
          <a:p>
            <a:endParaRPr lang="en-US" dirty="0"/>
          </a:p>
        </p:txBody>
      </p:sp>
      <p:sp>
        <p:nvSpPr>
          <p:cNvPr id="4" name="Plassholder for lysbildenummer 3">
            <a:extLst>
              <a:ext uri="{FF2B5EF4-FFF2-40B4-BE49-F238E27FC236}">
                <a16:creationId xmlns:a16="http://schemas.microsoft.com/office/drawing/2014/main" id="{30DF355F-85CA-2ED7-F438-5C37B45BA1A9}"/>
              </a:ext>
            </a:extLst>
          </p:cNvPr>
          <p:cNvSpPr>
            <a:spLocks noGrp="1"/>
          </p:cNvSpPr>
          <p:nvPr>
            <p:ph type="sldNum" sz="quarter" idx="5"/>
          </p:nvPr>
        </p:nvSpPr>
        <p:spPr/>
        <p:txBody>
          <a:bodyPr/>
          <a:lstStyle/>
          <a:p>
            <a:fld id="{F7A439AA-4617-4627-B5F6-FFD7862B74B0}" type="slidenum">
              <a:rPr lang="en-US" smtClean="0"/>
              <a:t>7</a:t>
            </a:fld>
            <a:endParaRPr lang="en-US"/>
          </a:p>
        </p:txBody>
      </p:sp>
    </p:spTree>
    <p:extLst>
      <p:ext uri="{BB962C8B-B14F-4D97-AF65-F5344CB8AC3E}">
        <p14:creationId xmlns:p14="http://schemas.microsoft.com/office/powerpoint/2010/main" val="3410809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To better compare the two, we can show them on the same graph</a:t>
            </a:r>
          </a:p>
          <a:p>
            <a:pPr marL="628650" lvl="1" indent="-171450">
              <a:buFont typeface="Arial" panose="020B0604020202020204" pitchFamily="34" charset="0"/>
              <a:buChar char="•"/>
            </a:pPr>
            <a:r>
              <a:rPr lang="en-US" dirty="0"/>
              <a:t>The means are identical</a:t>
            </a:r>
          </a:p>
          <a:p>
            <a:pPr marL="628650" lvl="1" indent="-171450">
              <a:buFont typeface="Arial" panose="020B0604020202020204" pitchFamily="34" charset="0"/>
              <a:buChar char="•"/>
            </a:pPr>
            <a:r>
              <a:rPr lang="en-US" dirty="0"/>
              <a:t>The STD changes slightly</a:t>
            </a:r>
          </a:p>
          <a:p>
            <a:pPr marL="628650" lvl="1" indent="-171450">
              <a:buFont typeface="Arial" panose="020B0604020202020204" pitchFamily="34" charset="0"/>
              <a:buChar char="•"/>
            </a:pPr>
            <a:r>
              <a:rPr lang="en-US" dirty="0"/>
              <a:t>Again, particle adds sampling noise</a:t>
            </a:r>
          </a:p>
        </p:txBody>
      </p:sp>
      <p:sp>
        <p:nvSpPr>
          <p:cNvPr id="4" name="Plassholder for lysbildenummer 3"/>
          <p:cNvSpPr>
            <a:spLocks noGrp="1"/>
          </p:cNvSpPr>
          <p:nvPr>
            <p:ph type="sldNum" sz="quarter" idx="5"/>
          </p:nvPr>
        </p:nvSpPr>
        <p:spPr/>
        <p:txBody>
          <a:bodyPr/>
          <a:lstStyle/>
          <a:p>
            <a:fld id="{F7A439AA-4617-4627-B5F6-FFD7862B74B0}" type="slidenum">
              <a:rPr lang="en-US" smtClean="0"/>
              <a:t>8</a:t>
            </a:fld>
            <a:endParaRPr lang="en-US"/>
          </a:p>
        </p:txBody>
      </p:sp>
    </p:spTree>
    <p:extLst>
      <p:ext uri="{BB962C8B-B14F-4D97-AF65-F5344CB8AC3E}">
        <p14:creationId xmlns:p14="http://schemas.microsoft.com/office/powerpoint/2010/main" val="3318483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The second tank is affected by the first</a:t>
            </a:r>
          </a:p>
          <a:p>
            <a:pPr marL="171450" indent="-171450">
              <a:buFont typeface="Arial" panose="020B0604020202020204" pitchFamily="34" charset="0"/>
              <a:buChar char="•"/>
            </a:pPr>
            <a:r>
              <a:rPr lang="en-US" dirty="0"/>
              <a:t>The third tank is affected by the 2</a:t>
            </a:r>
            <a:r>
              <a:rPr lang="en-US" baseline="30000" dirty="0"/>
              <a:t>nd</a:t>
            </a:r>
            <a:endParaRPr lang="en-US" dirty="0"/>
          </a:p>
          <a:p>
            <a:pPr marL="171450"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9</a:t>
            </a:fld>
            <a:endParaRPr lang="en-US"/>
          </a:p>
        </p:txBody>
      </p:sp>
    </p:spTree>
    <p:extLst>
      <p:ext uri="{BB962C8B-B14F-4D97-AF65-F5344CB8AC3E}">
        <p14:creationId xmlns:p14="http://schemas.microsoft.com/office/powerpoint/2010/main" val="1213316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Again, we use the particle probability Monte Carlo for our simulations </a:t>
            </a:r>
          </a:p>
          <a:p>
            <a:pPr marL="0" indent="0">
              <a:buFont typeface="Arial" panose="020B0604020202020204" pitchFamily="34" charset="0"/>
              <a:buNone/>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10</a:t>
            </a:fld>
            <a:endParaRPr lang="en-US"/>
          </a:p>
        </p:txBody>
      </p:sp>
    </p:spTree>
    <p:extLst>
      <p:ext uri="{BB962C8B-B14F-4D97-AF65-F5344CB8AC3E}">
        <p14:creationId xmlns:p14="http://schemas.microsoft.com/office/powerpoint/2010/main" val="2779759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Here, we clearly see ow the latter tank affects the previous</a:t>
            </a:r>
          </a:p>
          <a:p>
            <a:pPr marL="628650" lvl="1" indent="-171450">
              <a:buFont typeface="Arial" panose="020B0604020202020204" pitchFamily="34" charset="0"/>
              <a:buChar char="•"/>
            </a:pPr>
            <a:r>
              <a:rPr lang="en-US" dirty="0"/>
              <a:t>Means have a peak (later and later)</a:t>
            </a:r>
          </a:p>
          <a:p>
            <a:pPr marL="1085850" lvl="2" indent="-171450">
              <a:buFont typeface="Arial" panose="020B0604020202020204" pitchFamily="34" charset="0"/>
              <a:buChar char="•"/>
            </a:pPr>
            <a:r>
              <a:rPr lang="en-US" dirty="0"/>
              <a:t>NB: Magnitude decreases downstream</a:t>
            </a:r>
          </a:p>
          <a:p>
            <a:pPr marL="628650" lvl="1" indent="-171450">
              <a:buFont typeface="Arial" panose="020B0604020202020204" pitchFamily="34" charset="0"/>
              <a:buChar char="•"/>
            </a:pPr>
            <a:r>
              <a:rPr lang="en-US" dirty="0"/>
              <a:t>STD has later and higher peaks based on flow from previous tank (and initial concentration in own tank)</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11</a:t>
            </a:fld>
            <a:endParaRPr lang="en-US"/>
          </a:p>
        </p:txBody>
      </p:sp>
    </p:spTree>
    <p:extLst>
      <p:ext uri="{BB962C8B-B14F-4D97-AF65-F5344CB8AC3E}">
        <p14:creationId xmlns:p14="http://schemas.microsoft.com/office/powerpoint/2010/main" val="2728699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solve a 3x3 linear system to find our constants for the three tanks:</a:t>
            </a:r>
          </a:p>
          <a:p>
            <a:pPr marL="628650" lvl="1" indent="-171450">
              <a:buFont typeface="Arial" panose="020B0604020202020204" pitchFamily="34" charset="0"/>
              <a:buChar char="•"/>
            </a:pPr>
            <a:r>
              <a:rPr lang="en-US" dirty="0"/>
              <a:t>Tank 1 is exponential</a:t>
            </a:r>
          </a:p>
          <a:p>
            <a:pPr marL="628650" lvl="1" indent="-171450">
              <a:buFont typeface="Arial" panose="020B0604020202020204" pitchFamily="34" charset="0"/>
              <a:buChar char="•"/>
            </a:pPr>
            <a:r>
              <a:rPr lang="en-US" dirty="0"/>
              <a:t>Tank 2 has added </a:t>
            </a:r>
            <a:r>
              <a:rPr lang="en-US" dirty="0" err="1"/>
              <a:t>te</a:t>
            </a:r>
            <a:r>
              <a:rPr lang="en-US" dirty="0"/>
              <a:t>^-kt</a:t>
            </a:r>
          </a:p>
          <a:p>
            <a:pPr marL="628650" lvl="1" indent="-171450">
              <a:buFont typeface="Arial" panose="020B0604020202020204" pitchFamily="34" charset="0"/>
              <a:buChar char="•"/>
            </a:pPr>
            <a:r>
              <a:rPr lang="en-US" dirty="0"/>
              <a:t>Tank 3 has added </a:t>
            </a:r>
            <a:r>
              <a:rPr lang="en-US" dirty="0" err="1"/>
              <a:t>te</a:t>
            </a:r>
            <a:r>
              <a:rPr lang="en-US" dirty="0"/>
              <a:t>^-kt and t^2e^-kt</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12</a:t>
            </a:fld>
            <a:endParaRPr lang="en-US"/>
          </a:p>
        </p:txBody>
      </p:sp>
    </p:spTree>
    <p:extLst>
      <p:ext uri="{BB962C8B-B14F-4D97-AF65-F5344CB8AC3E}">
        <p14:creationId xmlns:p14="http://schemas.microsoft.com/office/powerpoint/2010/main" val="520903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13</a:t>
            </a:fld>
            <a:endParaRPr lang="en-US"/>
          </a:p>
        </p:txBody>
      </p:sp>
    </p:spTree>
    <p:extLst>
      <p:ext uri="{BB962C8B-B14F-4D97-AF65-F5344CB8AC3E}">
        <p14:creationId xmlns:p14="http://schemas.microsoft.com/office/powerpoint/2010/main" val="23547915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Mean curves are visually identical</a:t>
            </a:r>
          </a:p>
          <a:p>
            <a:pPr marL="171450" indent="-171450">
              <a:buFont typeface="Arial" panose="020B0604020202020204" pitchFamily="34" charset="0"/>
              <a:buChar char="•"/>
            </a:pPr>
            <a:r>
              <a:rPr lang="en-US" dirty="0"/>
              <a:t>Differences only in STD</a:t>
            </a:r>
          </a:p>
          <a:p>
            <a:pPr marL="628650" lvl="1" indent="-171450">
              <a:buFont typeface="Arial" panose="020B0604020202020204" pitchFamily="34" charset="0"/>
              <a:buChar char="•"/>
            </a:pPr>
            <a:r>
              <a:rPr lang="en-US" dirty="0"/>
              <a:t>Follow expected behavior of 3 tank system, where latter tank inherits from prior tank</a:t>
            </a:r>
          </a:p>
          <a:p>
            <a:pPr marL="628650" lvl="1" indent="-171450">
              <a:buFont typeface="Arial" panose="020B0604020202020204" pitchFamily="34" charset="0"/>
              <a:buChar char="•"/>
            </a:pPr>
            <a:r>
              <a:rPr lang="en-US" dirty="0"/>
              <a:t>Some deviations from the Explicit Euler, but these differences are minor</a:t>
            </a:r>
          </a:p>
          <a:p>
            <a:pPr marL="1085850" lvl="2" indent="-171450">
              <a:buFont typeface="Arial" panose="020B0604020202020204" pitchFamily="34" charset="0"/>
              <a:buChar char="•"/>
            </a:pPr>
            <a:r>
              <a:rPr lang="en-US" dirty="0"/>
              <a:t>Again, this confirms the correctness of our simulations</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14</a:t>
            </a:fld>
            <a:endParaRPr lang="en-US"/>
          </a:p>
        </p:txBody>
      </p:sp>
    </p:spTree>
    <p:extLst>
      <p:ext uri="{BB962C8B-B14F-4D97-AF65-F5344CB8AC3E}">
        <p14:creationId xmlns:p14="http://schemas.microsoft.com/office/powerpoint/2010/main" val="16749953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pPr marL="171450" indent="-171450">
              <a:buFont typeface="Arial" panose="020B0604020202020204" pitchFamily="34" charset="0"/>
              <a:buChar char="•"/>
            </a:pPr>
            <a:r>
              <a:rPr lang="en-US" dirty="0"/>
              <a:t>We therefore gain uncertainty quantification at the expense of runtime</a:t>
            </a:r>
          </a:p>
          <a:p>
            <a:pPr marL="171450"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15</a:t>
            </a:fld>
            <a:endParaRPr lang="en-US"/>
          </a:p>
        </p:txBody>
      </p:sp>
    </p:spTree>
    <p:extLst>
      <p:ext uri="{BB962C8B-B14F-4D97-AF65-F5344CB8AC3E}">
        <p14:creationId xmlns:p14="http://schemas.microsoft.com/office/powerpoint/2010/main" val="11734065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Plassholder for notater 2"/>
              <p:cNvSpPr>
                <a:spLocks noGrp="1"/>
              </p:cNvSpPr>
              <p:nvPr>
                <p:ph type="body" idx="1"/>
              </p:nvPr>
            </p:nvSpPr>
            <p:spPr/>
            <p:txBody>
              <a:bodyPr/>
              <a:lstStyle/>
              <a:p>
                <a:pPr marL="0" lvl="1" indent="0">
                  <a:spcBef>
                    <a:spcPts val="1000"/>
                  </a:spcBef>
                  <a:spcAft>
                    <a:spcPts val="600"/>
                  </a:spcAft>
                  <a:buFont typeface="Arial" panose="020B0604020202020204" pitchFamily="34" charset="0"/>
                  <a:buNone/>
                </a:pPr>
                <a:r>
                  <a:rPr lang="en-US" sz="1400" dirty="0"/>
                  <a:t>Simulates 1000 particles moving stepwise on a grid without diagonal moves, stopping at set boundaries.</a:t>
                </a:r>
              </a:p>
              <a:p>
                <a:pPr marL="0" lvl="1" indent="0">
                  <a:spcBef>
                    <a:spcPts val="1000"/>
                  </a:spcBef>
                  <a:spcAft>
                    <a:spcPts val="600"/>
                  </a:spcAft>
                  <a:buFont typeface="Arial" panose="020B0604020202020204" pitchFamily="34" charset="0"/>
                  <a:buNone/>
                </a:pPr>
                <a:r>
                  <a:rPr lang="en-US" sz="1400" dirty="0"/>
                  <a:t>Runs the function underneath for each step. Minimizing computational cost with NumPy vectorization and operations.</a:t>
                </a:r>
              </a:p>
              <a:p>
                <a:pPr marL="0" lvl="1" indent="0">
                  <a:spcBef>
                    <a:spcPts val="1000"/>
                  </a:spcBef>
                  <a:spcAft>
                    <a:spcPts val="600"/>
                  </a:spcAft>
                  <a:buFont typeface="Arial" panose="020B0604020202020204" pitchFamily="34" charset="0"/>
                  <a:buNone/>
                </a:pPr>
                <a:r>
                  <a:rPr lang="en-US" sz="1400" dirty="0"/>
                  <a:t>Stops at around </a:t>
                </a:r>
                <a14:m>
                  <m:oMath xmlns:m="http://schemas.openxmlformats.org/officeDocument/2006/math">
                    <m:r>
                      <a:rPr lang="nb-NO" sz="1400" b="0" i="1" smtClean="0">
                        <a:latin typeface="Cambria Math" panose="02040503050406030204" pitchFamily="18" charset="0"/>
                      </a:rPr>
                      <m:t>150 000 −200 000</m:t>
                    </m:r>
                  </m:oMath>
                </a14:m>
                <a:r>
                  <a:rPr lang="en-US" sz="1400" dirty="0"/>
                  <a:t> iterations.</a:t>
                </a:r>
              </a:p>
              <a:p>
                <a:endParaRPr lang="en-US" dirty="0"/>
              </a:p>
            </p:txBody>
          </p:sp>
        </mc:Choice>
        <mc:Fallback>
          <p:sp>
            <p:nvSpPr>
              <p:cNvPr id="3" name="Plassholder for notater 2"/>
              <p:cNvSpPr>
                <a:spLocks noGrp="1"/>
              </p:cNvSpPr>
              <p:nvPr>
                <p:ph type="body" idx="1"/>
              </p:nvPr>
            </p:nvSpPr>
            <p:spPr/>
            <p:txBody>
              <a:bodyPr/>
              <a:lstStyle/>
              <a:p>
                <a:pPr marL="0" lvl="1" indent="0">
                  <a:spcBef>
                    <a:spcPts val="1000"/>
                  </a:spcBef>
                  <a:spcAft>
                    <a:spcPts val="600"/>
                  </a:spcAft>
                  <a:buFont typeface="Arial" panose="020B0604020202020204" pitchFamily="34" charset="0"/>
                  <a:buNone/>
                </a:pPr>
                <a:r>
                  <a:rPr lang="en-US" sz="1400" dirty="0"/>
                  <a:t>Simulates 1000 particles moving stepwise on a grid without diagonal moves, stopping at set boundaries.</a:t>
                </a:r>
              </a:p>
              <a:p>
                <a:pPr marL="0" lvl="1" indent="0">
                  <a:spcBef>
                    <a:spcPts val="1000"/>
                  </a:spcBef>
                  <a:spcAft>
                    <a:spcPts val="600"/>
                  </a:spcAft>
                  <a:buFont typeface="Arial" panose="020B0604020202020204" pitchFamily="34" charset="0"/>
                  <a:buNone/>
                </a:pPr>
                <a:r>
                  <a:rPr lang="en-US" sz="1400" dirty="0"/>
                  <a:t>Runs the function underneath for each step. Minimizing computational cost with NumPy vectorization and operations.</a:t>
                </a:r>
              </a:p>
              <a:p>
                <a:pPr marL="0" lvl="1" indent="0">
                  <a:spcBef>
                    <a:spcPts val="1000"/>
                  </a:spcBef>
                  <a:spcAft>
                    <a:spcPts val="600"/>
                  </a:spcAft>
                  <a:buFont typeface="Arial" panose="020B0604020202020204" pitchFamily="34" charset="0"/>
                  <a:buNone/>
                </a:pPr>
                <a:r>
                  <a:rPr lang="en-US" sz="1400" dirty="0"/>
                  <a:t>Stops at around </a:t>
                </a:r>
                <a:r>
                  <a:rPr lang="nb-NO" sz="1400" b="0" i="0">
                    <a:latin typeface="Cambria Math" panose="02040503050406030204" pitchFamily="18" charset="0"/>
                  </a:rPr>
                  <a:t>150 000 −200 000</a:t>
                </a:r>
                <a:r>
                  <a:rPr lang="en-US" sz="1400" dirty="0"/>
                  <a:t> iterations.</a:t>
                </a:r>
              </a:p>
              <a:p>
                <a:endParaRPr lang="en-US" dirty="0"/>
              </a:p>
            </p:txBody>
          </p:sp>
        </mc:Fallback>
      </mc:AlternateContent>
      <p:sp>
        <p:nvSpPr>
          <p:cNvPr id="4" name="Plassholder for lysbildenummer 3"/>
          <p:cNvSpPr>
            <a:spLocks noGrp="1"/>
          </p:cNvSpPr>
          <p:nvPr>
            <p:ph type="sldNum" sz="quarter" idx="5"/>
          </p:nvPr>
        </p:nvSpPr>
        <p:spPr/>
        <p:txBody>
          <a:bodyPr/>
          <a:lstStyle/>
          <a:p>
            <a:fld id="{27A740BD-234A-4F92-831B-C5DEE9D1D23F}" type="slidenum">
              <a:rPr lang="en-US" smtClean="0"/>
              <a:t>16</a:t>
            </a:fld>
            <a:endParaRPr lang="en-US"/>
          </a:p>
        </p:txBody>
      </p:sp>
    </p:spTree>
    <p:extLst>
      <p:ext uri="{BB962C8B-B14F-4D97-AF65-F5344CB8AC3E}">
        <p14:creationId xmlns:p14="http://schemas.microsoft.com/office/powerpoint/2010/main" val="1296166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0DC8E-DEB2-6891-51CB-1C3E2EA4E556}"/>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1BC7C3C9-D4AE-D5AD-B868-02E2030474B0}"/>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698B6896-3DD8-9B57-B491-651B547E1CE7}"/>
              </a:ext>
            </a:extLst>
          </p:cNvPr>
          <p:cNvSpPr>
            <a:spLocks noGrp="1"/>
          </p:cNvSpPr>
          <p:nvPr>
            <p:ph type="body" idx="1"/>
          </p:nvPr>
        </p:nvSpPr>
        <p:spPr/>
        <p:txBody>
          <a:bodyPr/>
          <a:lstStyle/>
          <a:p>
            <a:endParaRPr lang="en-US" dirty="0"/>
          </a:p>
        </p:txBody>
      </p:sp>
      <p:sp>
        <p:nvSpPr>
          <p:cNvPr id="4" name="Plassholder for lysbildenummer 3">
            <a:extLst>
              <a:ext uri="{FF2B5EF4-FFF2-40B4-BE49-F238E27FC236}">
                <a16:creationId xmlns:a16="http://schemas.microsoft.com/office/drawing/2014/main" id="{E6FE0D85-D7CB-2563-B9C5-18BAD2458D12}"/>
              </a:ext>
            </a:extLst>
          </p:cNvPr>
          <p:cNvSpPr>
            <a:spLocks noGrp="1"/>
          </p:cNvSpPr>
          <p:nvPr>
            <p:ph type="sldNum" sz="quarter" idx="5"/>
          </p:nvPr>
        </p:nvSpPr>
        <p:spPr/>
        <p:txBody>
          <a:bodyPr/>
          <a:lstStyle/>
          <a:p>
            <a:fld id="{27A740BD-234A-4F92-831B-C5DEE9D1D23F}" type="slidenum">
              <a:rPr lang="en-US" smtClean="0"/>
              <a:t>17</a:t>
            </a:fld>
            <a:endParaRPr lang="en-US"/>
          </a:p>
        </p:txBody>
      </p:sp>
    </p:spTree>
    <p:extLst>
      <p:ext uri="{BB962C8B-B14F-4D97-AF65-F5344CB8AC3E}">
        <p14:creationId xmlns:p14="http://schemas.microsoft.com/office/powerpoint/2010/main" val="34145085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a:t>In </a:t>
            </a:r>
            <a:r>
              <a:rPr lang="nb-NO" dirty="0" err="1"/>
              <a:t>the</a:t>
            </a:r>
            <a:r>
              <a:rPr lang="nb-NO" dirty="0"/>
              <a:t> </a:t>
            </a:r>
            <a:r>
              <a:rPr lang="nb-NO" dirty="0" err="1"/>
              <a:t>next</a:t>
            </a:r>
            <a:r>
              <a:rPr lang="nb-NO" dirty="0"/>
              <a:t> </a:t>
            </a:r>
            <a:r>
              <a:rPr lang="nb-NO" dirty="0" err="1"/>
              <a:t>tasks</a:t>
            </a:r>
            <a:r>
              <a:rPr lang="nb-NO" dirty="0"/>
              <a:t> </a:t>
            </a:r>
            <a:r>
              <a:rPr lang="nb-NO" dirty="0" err="1"/>
              <a:t>we</a:t>
            </a:r>
            <a:r>
              <a:rPr lang="nb-NO" dirty="0"/>
              <a:t> </a:t>
            </a:r>
            <a:r>
              <a:rPr lang="nb-NO" dirty="0" err="1"/>
              <a:t>see</a:t>
            </a:r>
            <a:r>
              <a:rPr lang="nb-NO" dirty="0"/>
              <a:t> </a:t>
            </a:r>
            <a:r>
              <a:rPr lang="nb-NO" dirty="0" err="1"/>
              <a:t>that</a:t>
            </a:r>
            <a:r>
              <a:rPr lang="nb-NO" dirty="0"/>
              <a:t> </a:t>
            </a:r>
            <a:r>
              <a:rPr lang="nb-NO" dirty="0" err="1"/>
              <a:t>we</a:t>
            </a:r>
            <a:r>
              <a:rPr lang="nb-NO" dirty="0"/>
              <a:t> </a:t>
            </a:r>
            <a:r>
              <a:rPr lang="nb-NO" dirty="0" err="1"/>
              <a:t>are</a:t>
            </a:r>
            <a:r>
              <a:rPr lang="nb-NO" dirty="0"/>
              <a:t> </a:t>
            </a:r>
            <a:r>
              <a:rPr lang="nb-NO" dirty="0" err="1"/>
              <a:t>going</a:t>
            </a:r>
            <a:r>
              <a:rPr lang="nb-NO" dirty="0"/>
              <a:t> to </a:t>
            </a:r>
            <a:r>
              <a:rPr lang="nb-NO" dirty="0" err="1"/>
              <a:t>simulate</a:t>
            </a:r>
            <a:r>
              <a:rPr lang="nb-NO" dirty="0"/>
              <a:t> </a:t>
            </a:r>
            <a:r>
              <a:rPr lang="nb-NO" dirty="0" err="1"/>
              <a:t>when</a:t>
            </a:r>
            <a:r>
              <a:rPr lang="nb-NO" dirty="0"/>
              <a:t> a </a:t>
            </a:r>
            <a:r>
              <a:rPr lang="nb-NO" dirty="0" err="1"/>
              <a:t>walker</a:t>
            </a:r>
            <a:r>
              <a:rPr lang="nb-NO" dirty="0"/>
              <a:t> first </a:t>
            </a:r>
            <a:r>
              <a:rPr lang="nb-NO" dirty="0" err="1"/>
              <a:t>reaches</a:t>
            </a:r>
            <a:r>
              <a:rPr lang="nb-NO" dirty="0"/>
              <a:t> a </a:t>
            </a:r>
            <a:r>
              <a:rPr lang="nb-NO" dirty="0" err="1"/>
              <a:t>certain</a:t>
            </a:r>
            <a:r>
              <a:rPr lang="nb-NO" dirty="0"/>
              <a:t> </a:t>
            </a:r>
            <a:r>
              <a:rPr lang="nb-NO" dirty="0" err="1"/>
              <a:t>boundary</a:t>
            </a:r>
            <a:r>
              <a:rPr lang="nb-NO" dirty="0"/>
              <a:t>, and not </a:t>
            </a:r>
            <a:r>
              <a:rPr lang="nb-NO" dirty="0" err="1"/>
              <a:t>the</a:t>
            </a:r>
            <a:r>
              <a:rPr lang="nb-NO" dirty="0"/>
              <a:t> first </a:t>
            </a:r>
            <a:r>
              <a:rPr lang="nb-NO" dirty="0" err="1"/>
              <a:t>of</a:t>
            </a:r>
            <a:r>
              <a:rPr lang="nb-NO" dirty="0"/>
              <a:t> </a:t>
            </a:r>
            <a:r>
              <a:rPr lang="nb-NO" dirty="0" err="1"/>
              <a:t>many</a:t>
            </a:r>
            <a:r>
              <a:rPr lang="nb-NO" dirty="0"/>
              <a:t> </a:t>
            </a:r>
            <a:r>
              <a:rPr lang="nb-NO" dirty="0" err="1"/>
              <a:t>reaches</a:t>
            </a:r>
            <a:r>
              <a:rPr lang="nb-NO" dirty="0"/>
              <a:t>. This </a:t>
            </a:r>
            <a:r>
              <a:rPr lang="nb-NO" dirty="0" err="1"/>
              <a:t>will</a:t>
            </a:r>
            <a:r>
              <a:rPr lang="nb-NO" dirty="0"/>
              <a:t> </a:t>
            </a:r>
            <a:r>
              <a:rPr lang="nb-NO" dirty="0" err="1"/>
              <a:t>increase</a:t>
            </a:r>
            <a:r>
              <a:rPr lang="nb-NO" dirty="0"/>
              <a:t> </a:t>
            </a:r>
            <a:r>
              <a:rPr lang="nb-NO" dirty="0" err="1"/>
              <a:t>the</a:t>
            </a:r>
            <a:r>
              <a:rPr lang="nb-NO" dirty="0"/>
              <a:t> </a:t>
            </a:r>
            <a:r>
              <a:rPr lang="nb-NO" dirty="0" err="1"/>
              <a:t>number</a:t>
            </a:r>
            <a:r>
              <a:rPr lang="nb-NO" dirty="0"/>
              <a:t> </a:t>
            </a:r>
            <a:r>
              <a:rPr lang="nb-NO" dirty="0" err="1"/>
              <a:t>of</a:t>
            </a:r>
            <a:r>
              <a:rPr lang="nb-NO" dirty="0"/>
              <a:t> </a:t>
            </a:r>
            <a:r>
              <a:rPr lang="nb-NO" dirty="0" err="1"/>
              <a:t>steps</a:t>
            </a:r>
            <a:r>
              <a:rPr lang="nb-NO" dirty="0"/>
              <a:t> </a:t>
            </a:r>
            <a:r>
              <a:rPr lang="nb-NO" dirty="0" err="1"/>
              <a:t>needed</a:t>
            </a:r>
            <a:r>
              <a:rPr lang="nb-NO" dirty="0"/>
              <a:t> </a:t>
            </a:r>
            <a:r>
              <a:rPr lang="nb-NO" dirty="0" err="1"/>
              <a:t>dramatically</a:t>
            </a:r>
            <a:r>
              <a:rPr lang="nb-NO" dirty="0"/>
              <a:t>. </a:t>
            </a:r>
            <a:r>
              <a:rPr lang="nb-NO" dirty="0" err="1"/>
              <a:t>Therefore</a:t>
            </a:r>
            <a:r>
              <a:rPr lang="nb-NO" dirty="0"/>
              <a:t>, </a:t>
            </a:r>
            <a:r>
              <a:rPr lang="nb-NO" dirty="0" err="1"/>
              <a:t>we</a:t>
            </a:r>
            <a:r>
              <a:rPr lang="nb-NO" dirty="0"/>
              <a:t> </a:t>
            </a:r>
            <a:r>
              <a:rPr lang="nb-NO" dirty="0" err="1"/>
              <a:t>implement</a:t>
            </a:r>
            <a:r>
              <a:rPr lang="nb-NO" dirty="0"/>
              <a:t> a </a:t>
            </a:r>
            <a:r>
              <a:rPr lang="nb-NO" dirty="0" err="1"/>
              <a:t>chunk</a:t>
            </a:r>
            <a:r>
              <a:rPr lang="nb-NO" dirty="0"/>
              <a:t> </a:t>
            </a:r>
            <a:r>
              <a:rPr lang="nb-NO" dirty="0" err="1"/>
              <a:t>size</a:t>
            </a:r>
            <a:r>
              <a:rPr lang="nb-NO" dirty="0"/>
              <a:t> simulator, </a:t>
            </a:r>
            <a:r>
              <a:rPr lang="nb-NO" dirty="0" err="1"/>
              <a:t>that</a:t>
            </a:r>
            <a:r>
              <a:rPr lang="nb-NO" dirty="0"/>
              <a:t> </a:t>
            </a:r>
            <a:r>
              <a:rPr lang="nb-NO" dirty="0" err="1"/>
              <a:t>simulates</a:t>
            </a:r>
            <a:r>
              <a:rPr lang="nb-NO" dirty="0"/>
              <a:t> </a:t>
            </a:r>
            <a:r>
              <a:rPr lang="nb-NO" dirty="0" err="1"/>
              <a:t>chunks</a:t>
            </a:r>
            <a:r>
              <a:rPr lang="nb-NO" dirty="0"/>
              <a:t> </a:t>
            </a:r>
            <a:r>
              <a:rPr lang="nb-NO" dirty="0" err="1"/>
              <a:t>along</a:t>
            </a:r>
            <a:r>
              <a:rPr lang="nb-NO" dirty="0"/>
              <a:t> </a:t>
            </a:r>
            <a:r>
              <a:rPr lang="nb-NO" dirty="0" err="1"/>
              <a:t>each</a:t>
            </a:r>
            <a:r>
              <a:rPr lang="nb-NO" dirty="0"/>
              <a:t> </a:t>
            </a:r>
            <a:r>
              <a:rPr lang="nb-NO" dirty="0" err="1"/>
              <a:t>path</a:t>
            </a:r>
            <a:r>
              <a:rPr lang="nb-NO" dirty="0"/>
              <a:t>, </a:t>
            </a:r>
            <a:r>
              <a:rPr lang="nb-NO" dirty="0" err="1"/>
              <a:t>where</a:t>
            </a:r>
            <a:r>
              <a:rPr lang="nb-NO" dirty="0"/>
              <a:t> </a:t>
            </a:r>
            <a:r>
              <a:rPr lang="nb-NO" dirty="0" err="1"/>
              <a:t>we</a:t>
            </a:r>
            <a:r>
              <a:rPr lang="nb-NO" dirty="0"/>
              <a:t> </a:t>
            </a:r>
            <a:r>
              <a:rPr lang="nb-NO" dirty="0" err="1"/>
              <a:t>use</a:t>
            </a:r>
            <a:r>
              <a:rPr lang="nb-NO" dirty="0"/>
              <a:t> a for loop for </a:t>
            </a:r>
            <a:r>
              <a:rPr lang="nb-NO" dirty="0" err="1"/>
              <a:t>each</a:t>
            </a:r>
            <a:r>
              <a:rPr lang="nb-NO" dirty="0"/>
              <a:t> run </a:t>
            </a:r>
            <a:r>
              <a:rPr lang="nb-NO" dirty="0" err="1"/>
              <a:t>instead</a:t>
            </a:r>
            <a:r>
              <a:rPr lang="nb-NO" dirty="0"/>
              <a:t> </a:t>
            </a:r>
            <a:r>
              <a:rPr lang="nb-NO" dirty="0" err="1"/>
              <a:t>of</a:t>
            </a:r>
            <a:r>
              <a:rPr lang="nb-NO" dirty="0"/>
              <a:t> for </a:t>
            </a:r>
            <a:r>
              <a:rPr lang="nb-NO" dirty="0" err="1"/>
              <a:t>each</a:t>
            </a:r>
            <a:r>
              <a:rPr lang="nb-NO" dirty="0"/>
              <a:t> </a:t>
            </a:r>
            <a:r>
              <a:rPr lang="nb-NO" dirty="0" err="1"/>
              <a:t>step</a:t>
            </a:r>
            <a:r>
              <a:rPr lang="nb-NO" dirty="0"/>
              <a:t>. This </a:t>
            </a:r>
            <a:r>
              <a:rPr lang="nb-NO" dirty="0" err="1"/>
              <a:t>will</a:t>
            </a:r>
            <a:r>
              <a:rPr lang="nb-NO" dirty="0"/>
              <a:t> </a:t>
            </a:r>
            <a:r>
              <a:rPr lang="nb-NO" dirty="0" err="1"/>
              <a:t>decrease</a:t>
            </a:r>
            <a:r>
              <a:rPr lang="nb-NO" dirty="0"/>
              <a:t> </a:t>
            </a:r>
            <a:r>
              <a:rPr lang="nb-NO" dirty="0" err="1"/>
              <a:t>the</a:t>
            </a:r>
            <a:r>
              <a:rPr lang="nb-NO" dirty="0"/>
              <a:t> </a:t>
            </a:r>
            <a:r>
              <a:rPr lang="nb-NO" dirty="0" err="1"/>
              <a:t>computational</a:t>
            </a:r>
            <a:r>
              <a:rPr lang="nb-NO" dirty="0"/>
              <a:t> </a:t>
            </a:r>
            <a:r>
              <a:rPr lang="nb-NO" dirty="0" err="1"/>
              <a:t>cost</a:t>
            </a:r>
            <a:r>
              <a:rPr lang="nb-NO" dirty="0"/>
              <a:t>, </a:t>
            </a:r>
            <a:r>
              <a:rPr lang="nb-NO" dirty="0" err="1"/>
              <a:t>because</a:t>
            </a:r>
            <a:r>
              <a:rPr lang="nb-NO" dirty="0"/>
              <a:t> </a:t>
            </a:r>
            <a:r>
              <a:rPr lang="nb-NO" dirty="0" err="1"/>
              <a:t>we</a:t>
            </a:r>
            <a:r>
              <a:rPr lang="nb-NO" dirty="0"/>
              <a:t> </a:t>
            </a:r>
            <a:r>
              <a:rPr lang="nb-NO" dirty="0" err="1"/>
              <a:t>are</a:t>
            </a:r>
            <a:r>
              <a:rPr lang="nb-NO" dirty="0"/>
              <a:t> </a:t>
            </a:r>
            <a:r>
              <a:rPr lang="nb-NO" dirty="0" err="1"/>
              <a:t>reducing</a:t>
            </a:r>
            <a:r>
              <a:rPr lang="nb-NO" dirty="0"/>
              <a:t> overhead and </a:t>
            </a:r>
            <a:r>
              <a:rPr lang="nb-NO" dirty="0" err="1"/>
              <a:t>using</a:t>
            </a:r>
            <a:r>
              <a:rPr lang="nb-NO" dirty="0"/>
              <a:t> </a:t>
            </a:r>
            <a:r>
              <a:rPr lang="nb-NO" dirty="0" err="1"/>
              <a:t>vectorized</a:t>
            </a:r>
            <a:r>
              <a:rPr lang="nb-NO" dirty="0"/>
              <a:t> </a:t>
            </a:r>
            <a:r>
              <a:rPr lang="nb-NO" dirty="0" err="1"/>
              <a:t>operations</a:t>
            </a:r>
            <a:r>
              <a:rPr lang="nb-NO" dirty="0"/>
              <a:t> </a:t>
            </a:r>
            <a:r>
              <a:rPr lang="nb-NO" dirty="0" err="1"/>
              <a:t>on</a:t>
            </a:r>
            <a:r>
              <a:rPr lang="nb-NO" dirty="0"/>
              <a:t> more </a:t>
            </a:r>
            <a:r>
              <a:rPr lang="nb-NO" dirty="0" err="1"/>
              <a:t>numbers</a:t>
            </a:r>
            <a:r>
              <a:rPr lang="nb-NO" dirty="0"/>
              <a:t>. Too </a:t>
            </a:r>
            <a:r>
              <a:rPr lang="nb-NO" dirty="0" err="1"/>
              <a:t>large</a:t>
            </a:r>
            <a:r>
              <a:rPr lang="nb-NO" dirty="0"/>
              <a:t> </a:t>
            </a:r>
            <a:r>
              <a:rPr lang="nb-NO" dirty="0" err="1"/>
              <a:t>chunks</a:t>
            </a:r>
            <a:r>
              <a:rPr lang="nb-NO" dirty="0"/>
              <a:t> </a:t>
            </a:r>
            <a:r>
              <a:rPr lang="nb-NO" dirty="0" err="1"/>
              <a:t>gives</a:t>
            </a:r>
            <a:r>
              <a:rPr lang="nb-NO" dirty="0"/>
              <a:t> RAM </a:t>
            </a:r>
            <a:r>
              <a:rPr lang="nb-NO" dirty="0" err="1"/>
              <a:t>issues</a:t>
            </a:r>
            <a:r>
              <a:rPr lang="nb-NO" dirty="0"/>
              <a:t> and </a:t>
            </a:r>
            <a:r>
              <a:rPr lang="nb-NO" dirty="0" err="1"/>
              <a:t>slow</a:t>
            </a:r>
            <a:r>
              <a:rPr lang="nb-NO" dirty="0"/>
              <a:t> </a:t>
            </a:r>
            <a:r>
              <a:rPr lang="nb-NO" dirty="0" err="1"/>
              <a:t>down</a:t>
            </a:r>
            <a:r>
              <a:rPr lang="nb-NO" dirty="0"/>
              <a:t> </a:t>
            </a:r>
            <a:r>
              <a:rPr lang="nb-NO" dirty="0" err="1"/>
              <a:t>operations</a:t>
            </a:r>
            <a:r>
              <a:rPr lang="nb-NO" dirty="0"/>
              <a:t>, and </a:t>
            </a:r>
            <a:r>
              <a:rPr lang="nb-NO" dirty="0" err="1"/>
              <a:t>we</a:t>
            </a:r>
            <a:r>
              <a:rPr lang="nb-NO" dirty="0"/>
              <a:t> </a:t>
            </a:r>
            <a:r>
              <a:rPr lang="nb-NO" dirty="0" err="1"/>
              <a:t>therefore</a:t>
            </a:r>
            <a:r>
              <a:rPr lang="nb-NO" dirty="0"/>
              <a:t> run a </a:t>
            </a:r>
            <a:r>
              <a:rPr lang="nb-NO" dirty="0" err="1"/>
              <a:t>code</a:t>
            </a:r>
            <a:r>
              <a:rPr lang="nb-NO" dirty="0"/>
              <a:t> </a:t>
            </a:r>
            <a:r>
              <a:rPr lang="nb-NO" dirty="0" err="1"/>
              <a:t>simulating</a:t>
            </a:r>
            <a:r>
              <a:rPr lang="nb-NO" dirty="0"/>
              <a:t> a </a:t>
            </a:r>
            <a:r>
              <a:rPr lang="nb-NO" dirty="0" err="1"/>
              <a:t>few</a:t>
            </a:r>
            <a:r>
              <a:rPr lang="nb-NO" dirty="0"/>
              <a:t> runs for different </a:t>
            </a:r>
            <a:r>
              <a:rPr lang="nb-NO" dirty="0" err="1"/>
              <a:t>chunk</a:t>
            </a:r>
            <a:r>
              <a:rPr lang="nb-NO" dirty="0"/>
              <a:t> </a:t>
            </a:r>
            <a:r>
              <a:rPr lang="nb-NO" dirty="0" err="1"/>
              <a:t>sizes</a:t>
            </a:r>
            <a:r>
              <a:rPr lang="nb-NO" dirty="0"/>
              <a:t>. Here </a:t>
            </a:r>
            <a:r>
              <a:rPr lang="nb-NO" dirty="0" err="1"/>
              <a:t>we</a:t>
            </a:r>
            <a:r>
              <a:rPr lang="nb-NO" dirty="0"/>
              <a:t> </a:t>
            </a:r>
            <a:r>
              <a:rPr lang="nb-NO" dirty="0" err="1"/>
              <a:t>find</a:t>
            </a:r>
            <a:r>
              <a:rPr lang="nb-NO" dirty="0"/>
              <a:t> </a:t>
            </a:r>
            <a:r>
              <a:rPr lang="nb-NO" dirty="0" err="1"/>
              <a:t>that</a:t>
            </a:r>
            <a:r>
              <a:rPr lang="nb-NO" dirty="0"/>
              <a:t> </a:t>
            </a:r>
            <a:r>
              <a:rPr lang="nb-NO" dirty="0" err="1"/>
              <a:t>the</a:t>
            </a:r>
            <a:r>
              <a:rPr lang="nb-NO" dirty="0"/>
              <a:t> run times </a:t>
            </a:r>
            <a:r>
              <a:rPr lang="nb-NO" dirty="0" err="1"/>
              <a:t>are</a:t>
            </a:r>
            <a:r>
              <a:rPr lang="nb-NO" dirty="0"/>
              <a:t> </a:t>
            </a:r>
            <a:r>
              <a:rPr lang="nb-NO" dirty="0" err="1"/>
              <a:t>varying</a:t>
            </a:r>
            <a:r>
              <a:rPr lang="nb-NO" dirty="0"/>
              <a:t> </a:t>
            </a:r>
            <a:r>
              <a:rPr lang="nb-NO" dirty="0" err="1"/>
              <a:t>drastically</a:t>
            </a:r>
            <a:r>
              <a:rPr lang="nb-NO" dirty="0"/>
              <a:t>, </a:t>
            </a:r>
            <a:r>
              <a:rPr lang="nb-NO" dirty="0" err="1"/>
              <a:t>which</a:t>
            </a:r>
            <a:r>
              <a:rPr lang="nb-NO" dirty="0"/>
              <a:t> </a:t>
            </a:r>
            <a:r>
              <a:rPr lang="nb-NO" dirty="0" err="1"/>
              <a:t>indicates</a:t>
            </a:r>
            <a:r>
              <a:rPr lang="nb-NO" dirty="0"/>
              <a:t> a </a:t>
            </a:r>
            <a:r>
              <a:rPr lang="nb-NO" dirty="0" err="1"/>
              <a:t>high</a:t>
            </a:r>
            <a:r>
              <a:rPr lang="nb-NO" dirty="0"/>
              <a:t> </a:t>
            </a:r>
            <a:r>
              <a:rPr lang="nb-NO" dirty="0" err="1"/>
              <a:t>variation</a:t>
            </a:r>
            <a:r>
              <a:rPr lang="nb-NO" dirty="0"/>
              <a:t> in </a:t>
            </a:r>
            <a:r>
              <a:rPr lang="nb-NO" dirty="0" err="1"/>
              <a:t>the</a:t>
            </a:r>
            <a:r>
              <a:rPr lang="nb-NO" dirty="0"/>
              <a:t> </a:t>
            </a:r>
            <a:r>
              <a:rPr lang="nb-NO" dirty="0" err="1"/>
              <a:t>arrival</a:t>
            </a:r>
            <a:r>
              <a:rPr lang="nb-NO" dirty="0"/>
              <a:t> times. The </a:t>
            </a:r>
            <a:r>
              <a:rPr lang="nb-NO" dirty="0" err="1"/>
              <a:t>chunk</a:t>
            </a:r>
            <a:r>
              <a:rPr lang="nb-NO" dirty="0"/>
              <a:t> </a:t>
            </a:r>
            <a:r>
              <a:rPr lang="nb-NO" dirty="0" err="1"/>
              <a:t>sizes</a:t>
            </a:r>
            <a:r>
              <a:rPr lang="nb-NO" dirty="0"/>
              <a:t> </a:t>
            </a:r>
            <a:r>
              <a:rPr lang="nb-NO" dirty="0" err="1"/>
              <a:t>between</a:t>
            </a:r>
            <a:r>
              <a:rPr lang="nb-NO" dirty="0"/>
              <a:t> 10 000 and 50 000 </a:t>
            </a:r>
            <a:r>
              <a:rPr lang="nb-NO" dirty="0" err="1"/>
              <a:t>give</a:t>
            </a:r>
            <a:r>
              <a:rPr lang="nb-NO" dirty="0"/>
              <a:t> </a:t>
            </a:r>
            <a:r>
              <a:rPr lang="nb-NO" dirty="0" err="1"/>
              <a:t>the</a:t>
            </a:r>
            <a:r>
              <a:rPr lang="nb-NO" dirty="0"/>
              <a:t> </a:t>
            </a:r>
            <a:r>
              <a:rPr lang="nb-NO" dirty="0" err="1"/>
              <a:t>lowest</a:t>
            </a:r>
            <a:r>
              <a:rPr lang="nb-NO" dirty="0"/>
              <a:t> time used per run. </a:t>
            </a:r>
          </a:p>
        </p:txBody>
      </p:sp>
      <p:sp>
        <p:nvSpPr>
          <p:cNvPr id="4" name="Plassholder for lysbildenummer 3"/>
          <p:cNvSpPr>
            <a:spLocks noGrp="1"/>
          </p:cNvSpPr>
          <p:nvPr>
            <p:ph type="sldNum" sz="quarter" idx="5"/>
          </p:nvPr>
        </p:nvSpPr>
        <p:spPr/>
        <p:txBody>
          <a:bodyPr/>
          <a:lstStyle/>
          <a:p>
            <a:fld id="{F7A439AA-4617-4627-B5F6-FFD7862B74B0}" type="slidenum">
              <a:rPr lang="en-US" smtClean="0"/>
              <a:t>18</a:t>
            </a:fld>
            <a:endParaRPr lang="en-US"/>
          </a:p>
        </p:txBody>
      </p:sp>
    </p:spTree>
    <p:extLst>
      <p:ext uri="{BB962C8B-B14F-4D97-AF65-F5344CB8AC3E}">
        <p14:creationId xmlns:p14="http://schemas.microsoft.com/office/powerpoint/2010/main" val="712866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nb-NO" dirty="0" err="1"/>
              <a:t>Next</a:t>
            </a:r>
            <a:r>
              <a:rPr lang="nb-NO" dirty="0"/>
              <a:t> </a:t>
            </a:r>
            <a:r>
              <a:rPr lang="nb-NO" dirty="0" err="1"/>
              <a:t>we</a:t>
            </a:r>
            <a:r>
              <a:rPr lang="nb-NO" dirty="0"/>
              <a:t> </a:t>
            </a:r>
            <a:r>
              <a:rPr lang="nb-NO" dirty="0" err="1"/>
              <a:t>simulate</a:t>
            </a:r>
            <a:r>
              <a:rPr lang="nb-NO" dirty="0"/>
              <a:t> 150 000 </a:t>
            </a:r>
            <a:r>
              <a:rPr lang="nb-NO" dirty="0" err="1"/>
              <a:t>years</a:t>
            </a:r>
            <a:r>
              <a:rPr lang="nb-NO" dirty="0"/>
              <a:t> for 500 </a:t>
            </a:r>
            <a:r>
              <a:rPr lang="nb-NO" dirty="0" err="1"/>
              <a:t>walkers</a:t>
            </a:r>
            <a:r>
              <a:rPr lang="nb-NO" dirty="0"/>
              <a:t> and record </a:t>
            </a:r>
            <a:r>
              <a:rPr lang="nb-NO" dirty="0" err="1"/>
              <a:t>the</a:t>
            </a:r>
            <a:r>
              <a:rPr lang="nb-NO" dirty="0"/>
              <a:t> </a:t>
            </a:r>
            <a:r>
              <a:rPr lang="nb-NO" dirty="0" err="1"/>
              <a:t>trajectories</a:t>
            </a:r>
            <a:r>
              <a:rPr lang="nb-NO" dirty="0"/>
              <a:t>. </a:t>
            </a:r>
            <a:r>
              <a:rPr lang="nb-NO" dirty="0" err="1"/>
              <a:t>Then</a:t>
            </a:r>
            <a:r>
              <a:rPr lang="nb-NO" dirty="0"/>
              <a:t> </a:t>
            </a:r>
            <a:r>
              <a:rPr lang="nb-NO" dirty="0" err="1"/>
              <a:t>we</a:t>
            </a:r>
            <a:r>
              <a:rPr lang="nb-NO" dirty="0"/>
              <a:t> plot </a:t>
            </a:r>
            <a:r>
              <a:rPr lang="nb-NO" dirty="0" err="1"/>
              <a:t>the</a:t>
            </a:r>
            <a:r>
              <a:rPr lang="nb-NO" dirty="0"/>
              <a:t> </a:t>
            </a:r>
            <a:r>
              <a:rPr lang="nb-NO" dirty="0" err="1"/>
              <a:t>points</a:t>
            </a:r>
            <a:r>
              <a:rPr lang="nb-NO" dirty="0"/>
              <a:t> in a heat </a:t>
            </a:r>
            <a:r>
              <a:rPr lang="nb-NO" dirty="0" err="1"/>
              <a:t>map</a:t>
            </a:r>
            <a:r>
              <a:rPr lang="nb-NO" dirty="0"/>
              <a:t>. Here </a:t>
            </a:r>
            <a:r>
              <a:rPr lang="nb-NO" dirty="0" err="1"/>
              <a:t>we</a:t>
            </a:r>
            <a:r>
              <a:rPr lang="nb-NO" dirty="0"/>
              <a:t> </a:t>
            </a:r>
            <a:r>
              <a:rPr lang="nb-NO" dirty="0" err="1"/>
              <a:t>can</a:t>
            </a:r>
            <a:r>
              <a:rPr lang="nb-NO" dirty="0"/>
              <a:t> interpret </a:t>
            </a:r>
            <a:r>
              <a:rPr lang="nb-NO" dirty="0" err="1"/>
              <a:t>the</a:t>
            </a:r>
            <a:r>
              <a:rPr lang="nb-NO" dirty="0"/>
              <a:t> plot as </a:t>
            </a:r>
            <a:r>
              <a:rPr lang="nb-NO" dirty="0" err="1"/>
              <a:t>the</a:t>
            </a:r>
            <a:r>
              <a:rPr lang="nb-NO" dirty="0"/>
              <a:t> </a:t>
            </a:r>
            <a:r>
              <a:rPr lang="nb-NO" dirty="0" err="1"/>
              <a:t>probability</a:t>
            </a:r>
            <a:r>
              <a:rPr lang="nb-NO" dirty="0"/>
              <a:t> </a:t>
            </a:r>
            <a:r>
              <a:rPr lang="nb-NO" dirty="0" err="1"/>
              <a:t>that</a:t>
            </a:r>
            <a:r>
              <a:rPr lang="nb-NO" dirty="0"/>
              <a:t> </a:t>
            </a:r>
            <a:r>
              <a:rPr lang="nb-NO" dirty="0" err="1"/>
              <a:t>the</a:t>
            </a:r>
            <a:r>
              <a:rPr lang="nb-NO" dirty="0"/>
              <a:t> </a:t>
            </a:r>
            <a:r>
              <a:rPr lang="nb-NO" dirty="0" err="1"/>
              <a:t>contaminant</a:t>
            </a:r>
            <a:r>
              <a:rPr lang="nb-NO" dirty="0"/>
              <a:t> </a:t>
            </a:r>
            <a:r>
              <a:rPr lang="nb-NO" dirty="0" err="1"/>
              <a:t>visited</a:t>
            </a:r>
            <a:r>
              <a:rPr lang="nb-NO" dirty="0"/>
              <a:t> a </a:t>
            </a:r>
            <a:r>
              <a:rPr lang="nb-NO" dirty="0" err="1"/>
              <a:t>certain</a:t>
            </a:r>
            <a:r>
              <a:rPr lang="nb-NO" dirty="0"/>
              <a:t> grid </a:t>
            </a:r>
            <a:r>
              <a:rPr lang="nb-NO" dirty="0" err="1"/>
              <a:t>cell</a:t>
            </a:r>
            <a:r>
              <a:rPr lang="nb-NO" dirty="0"/>
              <a:t> a random </a:t>
            </a:r>
            <a:r>
              <a:rPr lang="nb-NO" dirty="0" err="1"/>
              <a:t>year</a:t>
            </a:r>
            <a:r>
              <a:rPr lang="nb-NO" dirty="0"/>
              <a:t>. The </a:t>
            </a:r>
            <a:r>
              <a:rPr lang="nb-NO" dirty="0" err="1"/>
              <a:t>probabilities</a:t>
            </a:r>
            <a:r>
              <a:rPr lang="nb-NO" dirty="0"/>
              <a:t> </a:t>
            </a:r>
            <a:r>
              <a:rPr lang="nb-NO" dirty="0" err="1"/>
              <a:t>are</a:t>
            </a:r>
            <a:r>
              <a:rPr lang="nb-NO" dirty="0"/>
              <a:t> </a:t>
            </a:r>
            <a:r>
              <a:rPr lang="nb-NO" dirty="0" err="1"/>
              <a:t>very</a:t>
            </a:r>
            <a:r>
              <a:rPr lang="nb-NO" dirty="0"/>
              <a:t> </a:t>
            </a:r>
            <a:r>
              <a:rPr lang="nb-NO" dirty="0" err="1"/>
              <a:t>low</a:t>
            </a: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19</a:t>
            </a:fld>
            <a:endParaRPr lang="en-US"/>
          </a:p>
        </p:txBody>
      </p:sp>
    </p:spTree>
    <p:extLst>
      <p:ext uri="{BB962C8B-B14F-4D97-AF65-F5344CB8AC3E}">
        <p14:creationId xmlns:p14="http://schemas.microsoft.com/office/powerpoint/2010/main" val="3856049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E8133-0B1E-5906-0DB2-FE681ECAFDD8}"/>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7F8E114B-1A4F-9E13-C6F4-91B6F30ACEF4}"/>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5492337D-831E-3B36-76B6-8451F71AAC72}"/>
              </a:ext>
            </a:extLst>
          </p:cNvPr>
          <p:cNvSpPr>
            <a:spLocks noGrp="1"/>
          </p:cNvSpPr>
          <p:nvPr>
            <p:ph type="body" idx="1"/>
          </p:nvPr>
        </p:nvSpPr>
        <p:spPr/>
        <p:txBody>
          <a:bodyPr/>
          <a:lstStyle/>
          <a:p>
            <a:r>
              <a:rPr lang="nb-NO" dirty="0" err="1"/>
              <a:t>We</a:t>
            </a:r>
            <a:r>
              <a:rPr lang="nb-NO" dirty="0"/>
              <a:t> </a:t>
            </a:r>
            <a:r>
              <a:rPr lang="nb-NO" dirty="0" err="1"/>
              <a:t>then</a:t>
            </a:r>
            <a:r>
              <a:rPr lang="nb-NO" dirty="0"/>
              <a:t> </a:t>
            </a:r>
            <a:r>
              <a:rPr lang="nb-NO" dirty="0" err="1"/>
              <a:t>simulate</a:t>
            </a:r>
            <a:r>
              <a:rPr lang="nb-NO" dirty="0"/>
              <a:t> </a:t>
            </a:r>
            <a:r>
              <a:rPr lang="nb-NO" dirty="0" err="1"/>
              <a:t>when</a:t>
            </a:r>
            <a:r>
              <a:rPr lang="nb-NO" dirty="0"/>
              <a:t> a </a:t>
            </a:r>
            <a:r>
              <a:rPr lang="nb-NO" dirty="0" err="1"/>
              <a:t>contaminant</a:t>
            </a:r>
            <a:r>
              <a:rPr lang="nb-NO" dirty="0"/>
              <a:t> first </a:t>
            </a:r>
            <a:r>
              <a:rPr lang="nb-NO" dirty="0" err="1"/>
              <a:t>reaches</a:t>
            </a:r>
            <a:r>
              <a:rPr lang="nb-NO" dirty="0"/>
              <a:t> a </a:t>
            </a:r>
            <a:r>
              <a:rPr lang="nb-NO" dirty="0" err="1"/>
              <a:t>distance</a:t>
            </a:r>
            <a:r>
              <a:rPr lang="nb-NO" dirty="0"/>
              <a:t> </a:t>
            </a:r>
            <a:r>
              <a:rPr lang="nb-NO" dirty="0" err="1"/>
              <a:t>of</a:t>
            </a:r>
            <a:r>
              <a:rPr lang="nb-NO" dirty="0"/>
              <a:t> 10km from </a:t>
            </a:r>
            <a:r>
              <a:rPr lang="nb-NO" dirty="0" err="1"/>
              <a:t>the</a:t>
            </a:r>
            <a:r>
              <a:rPr lang="nb-NO" dirty="0"/>
              <a:t> </a:t>
            </a:r>
            <a:r>
              <a:rPr lang="nb-NO" dirty="0" err="1"/>
              <a:t>source</a:t>
            </a:r>
            <a:r>
              <a:rPr lang="nb-NO" dirty="0"/>
              <a:t>. The </a:t>
            </a:r>
            <a:r>
              <a:rPr lang="nb-NO" dirty="0" err="1"/>
              <a:t>lowest</a:t>
            </a:r>
            <a:r>
              <a:rPr lang="nb-NO" dirty="0"/>
              <a:t> </a:t>
            </a:r>
            <a:r>
              <a:rPr lang="nb-NO" dirty="0" err="1"/>
              <a:t>simulated</a:t>
            </a:r>
            <a:r>
              <a:rPr lang="nb-NO" dirty="0"/>
              <a:t> time is </a:t>
            </a:r>
            <a:r>
              <a:rPr lang="nb-NO" dirty="0" err="1"/>
              <a:t>around</a:t>
            </a:r>
            <a:r>
              <a:rPr lang="nb-NO" dirty="0"/>
              <a:t> 150 000 </a:t>
            </a:r>
            <a:r>
              <a:rPr lang="nb-NO" dirty="0" err="1"/>
              <a:t>years</a:t>
            </a:r>
            <a:r>
              <a:rPr lang="nb-NO" dirty="0"/>
              <a:t>, and is </a:t>
            </a:r>
            <a:r>
              <a:rPr lang="nb-NO" dirty="0" err="1"/>
              <a:t>substantially</a:t>
            </a:r>
            <a:r>
              <a:rPr lang="nb-NO" dirty="0"/>
              <a:t> </a:t>
            </a:r>
            <a:r>
              <a:rPr lang="nb-NO" dirty="0" err="1"/>
              <a:t>higher</a:t>
            </a:r>
            <a:r>
              <a:rPr lang="nb-NO" dirty="0"/>
              <a:t> </a:t>
            </a:r>
            <a:r>
              <a:rPr lang="nb-NO" dirty="0" err="1"/>
              <a:t>than</a:t>
            </a:r>
            <a:r>
              <a:rPr lang="nb-NO" dirty="0"/>
              <a:t> </a:t>
            </a:r>
            <a:r>
              <a:rPr lang="nb-NO" dirty="0" err="1"/>
              <a:t>the</a:t>
            </a:r>
            <a:r>
              <a:rPr lang="nb-NO" dirty="0"/>
              <a:t> </a:t>
            </a:r>
            <a:r>
              <a:rPr lang="nb-NO" dirty="0" err="1"/>
              <a:t>lowest</a:t>
            </a:r>
            <a:r>
              <a:rPr lang="nb-NO" dirty="0"/>
              <a:t> </a:t>
            </a:r>
            <a:r>
              <a:rPr lang="nb-NO" dirty="0" err="1"/>
              <a:t>possible</a:t>
            </a:r>
            <a:r>
              <a:rPr lang="nb-NO" dirty="0"/>
              <a:t> </a:t>
            </a:r>
            <a:r>
              <a:rPr lang="nb-NO" dirty="0" err="1"/>
              <a:t>arrival</a:t>
            </a:r>
            <a:r>
              <a:rPr lang="nb-NO" dirty="0"/>
              <a:t> time </a:t>
            </a:r>
            <a:r>
              <a:rPr lang="nb-NO" dirty="0" err="1"/>
              <a:t>of</a:t>
            </a:r>
            <a:r>
              <a:rPr lang="nb-NO" dirty="0"/>
              <a:t> 1000 </a:t>
            </a:r>
            <a:r>
              <a:rPr lang="nb-NO" dirty="0" err="1"/>
              <a:t>years</a:t>
            </a:r>
            <a:r>
              <a:rPr lang="nb-NO" dirty="0"/>
              <a:t>. </a:t>
            </a:r>
            <a:r>
              <a:rPr lang="nb-NO" dirty="0" err="1"/>
              <a:t>Becuase</a:t>
            </a:r>
            <a:r>
              <a:rPr lang="nb-NO" dirty="0"/>
              <a:t> </a:t>
            </a:r>
            <a:r>
              <a:rPr lang="nb-NO" dirty="0" err="1"/>
              <a:t>of</a:t>
            </a:r>
            <a:r>
              <a:rPr lang="nb-NO" dirty="0"/>
              <a:t> </a:t>
            </a:r>
            <a:r>
              <a:rPr lang="nb-NO" dirty="0" err="1"/>
              <a:t>the</a:t>
            </a:r>
            <a:r>
              <a:rPr lang="nb-NO" dirty="0"/>
              <a:t> </a:t>
            </a:r>
            <a:r>
              <a:rPr lang="nb-NO" dirty="0" err="1"/>
              <a:t>heavy</a:t>
            </a:r>
            <a:r>
              <a:rPr lang="nb-NO" dirty="0"/>
              <a:t> </a:t>
            </a:r>
            <a:r>
              <a:rPr lang="nb-NO" dirty="0" err="1"/>
              <a:t>tails</a:t>
            </a:r>
            <a:r>
              <a:rPr lang="nb-NO" dirty="0"/>
              <a:t> and </a:t>
            </a:r>
            <a:r>
              <a:rPr lang="nb-NO" dirty="0" err="1"/>
              <a:t>that</a:t>
            </a:r>
            <a:r>
              <a:rPr lang="nb-NO" dirty="0"/>
              <a:t> </a:t>
            </a:r>
            <a:r>
              <a:rPr lang="nb-NO" dirty="0" err="1"/>
              <a:t>the</a:t>
            </a:r>
            <a:r>
              <a:rPr lang="nb-NO" dirty="0"/>
              <a:t> plot is not a straight line in </a:t>
            </a:r>
            <a:r>
              <a:rPr lang="nb-NO" dirty="0" err="1"/>
              <a:t>the</a:t>
            </a:r>
            <a:r>
              <a:rPr lang="nb-NO" dirty="0"/>
              <a:t> Q-Q plot, </a:t>
            </a:r>
            <a:r>
              <a:rPr lang="nb-NO" dirty="0" err="1"/>
              <a:t>we</a:t>
            </a:r>
            <a:r>
              <a:rPr lang="nb-NO" dirty="0"/>
              <a:t> </a:t>
            </a:r>
            <a:r>
              <a:rPr lang="nb-NO" dirty="0" err="1"/>
              <a:t>should</a:t>
            </a:r>
            <a:r>
              <a:rPr lang="nb-NO" dirty="0"/>
              <a:t> not </a:t>
            </a:r>
            <a:r>
              <a:rPr lang="nb-NO" dirty="0" err="1"/>
              <a:t>approximate</a:t>
            </a:r>
            <a:r>
              <a:rPr lang="nb-NO" dirty="0"/>
              <a:t> </a:t>
            </a:r>
            <a:r>
              <a:rPr lang="nb-NO" dirty="0" err="1"/>
              <a:t>this</a:t>
            </a:r>
            <a:r>
              <a:rPr lang="nb-NO" dirty="0"/>
              <a:t> to a normal </a:t>
            </a:r>
            <a:r>
              <a:rPr lang="nb-NO" dirty="0" err="1"/>
              <a:t>distribution</a:t>
            </a:r>
            <a:r>
              <a:rPr lang="nb-NO" dirty="0"/>
              <a:t>. </a:t>
            </a:r>
            <a:endParaRPr lang="en-US" dirty="0"/>
          </a:p>
        </p:txBody>
      </p:sp>
      <p:sp>
        <p:nvSpPr>
          <p:cNvPr id="4" name="Plassholder for lysbildenummer 3">
            <a:extLst>
              <a:ext uri="{FF2B5EF4-FFF2-40B4-BE49-F238E27FC236}">
                <a16:creationId xmlns:a16="http://schemas.microsoft.com/office/drawing/2014/main" id="{9286B98C-1634-B6CC-88E8-B906C2AB7AF1}"/>
              </a:ext>
            </a:extLst>
          </p:cNvPr>
          <p:cNvSpPr>
            <a:spLocks noGrp="1"/>
          </p:cNvSpPr>
          <p:nvPr>
            <p:ph type="sldNum" sz="quarter" idx="5"/>
          </p:nvPr>
        </p:nvSpPr>
        <p:spPr/>
        <p:txBody>
          <a:bodyPr/>
          <a:lstStyle/>
          <a:p>
            <a:fld id="{F7A439AA-4617-4627-B5F6-FFD7862B74B0}" type="slidenum">
              <a:rPr lang="en-US" smtClean="0"/>
              <a:t>20</a:t>
            </a:fld>
            <a:endParaRPr lang="en-US"/>
          </a:p>
        </p:txBody>
      </p:sp>
    </p:spTree>
    <p:extLst>
      <p:ext uri="{BB962C8B-B14F-4D97-AF65-F5344CB8AC3E}">
        <p14:creationId xmlns:p14="http://schemas.microsoft.com/office/powerpoint/2010/main" val="11006247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75122-3C18-EB0B-7737-18B3ABE23AAA}"/>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CEF7DD57-32BB-4877-9D3F-C362A759BFF9}"/>
              </a:ext>
            </a:extLst>
          </p:cNvPr>
          <p:cNvSpPr>
            <a:spLocks noGrp="1" noRot="1" noChangeAspect="1"/>
          </p:cNvSpPr>
          <p:nvPr>
            <p:ph type="sldImg"/>
          </p:nvPr>
        </p:nvSpPr>
        <p:spPr/>
      </p:sp>
      <p:sp>
        <p:nvSpPr>
          <p:cNvPr id="3" name="Plassholder for notater 2">
            <a:extLst>
              <a:ext uri="{FF2B5EF4-FFF2-40B4-BE49-F238E27FC236}">
                <a16:creationId xmlns:a16="http://schemas.microsoft.com/office/drawing/2014/main" id="{2EE7FFA1-E33D-FAB8-0D17-A570FEB0AB94}"/>
              </a:ext>
            </a:extLst>
          </p:cNvPr>
          <p:cNvSpPr>
            <a:spLocks noGrp="1"/>
          </p:cNvSpPr>
          <p:nvPr>
            <p:ph type="body" idx="1"/>
          </p:nvPr>
        </p:nvSpPr>
        <p:spPr/>
        <p:txBody>
          <a:bodyPr/>
          <a:lstStyle/>
          <a:p>
            <a:r>
              <a:rPr lang="nb-NO" dirty="0" err="1"/>
              <a:t>We</a:t>
            </a:r>
            <a:r>
              <a:rPr lang="nb-NO" dirty="0"/>
              <a:t> </a:t>
            </a:r>
            <a:r>
              <a:rPr lang="nb-NO" dirty="0" err="1"/>
              <a:t>then</a:t>
            </a:r>
            <a:r>
              <a:rPr lang="nb-NO" dirty="0"/>
              <a:t> </a:t>
            </a:r>
            <a:r>
              <a:rPr lang="nb-NO" dirty="0" err="1"/>
              <a:t>create</a:t>
            </a:r>
            <a:r>
              <a:rPr lang="nb-NO" dirty="0"/>
              <a:t> a </a:t>
            </a:r>
            <a:r>
              <a:rPr lang="nb-NO" dirty="0" err="1"/>
              <a:t>biased</a:t>
            </a:r>
            <a:r>
              <a:rPr lang="nb-NO" dirty="0"/>
              <a:t> </a:t>
            </a:r>
            <a:r>
              <a:rPr lang="nb-NO" dirty="0" err="1"/>
              <a:t>simulation</a:t>
            </a:r>
            <a:r>
              <a:rPr lang="nb-NO" dirty="0"/>
              <a:t> </a:t>
            </a:r>
            <a:r>
              <a:rPr lang="nb-NO" dirty="0" err="1"/>
              <a:t>where</a:t>
            </a:r>
            <a:r>
              <a:rPr lang="nb-NO" dirty="0"/>
              <a:t> </a:t>
            </a:r>
            <a:r>
              <a:rPr lang="nb-NO" dirty="0" err="1"/>
              <a:t>the</a:t>
            </a:r>
            <a:r>
              <a:rPr lang="nb-NO" dirty="0"/>
              <a:t> </a:t>
            </a:r>
            <a:r>
              <a:rPr lang="nb-NO" dirty="0" err="1"/>
              <a:t>probability</a:t>
            </a:r>
            <a:r>
              <a:rPr lang="nb-NO" dirty="0"/>
              <a:t> </a:t>
            </a:r>
            <a:r>
              <a:rPr lang="nb-NO" dirty="0" err="1"/>
              <a:t>of</a:t>
            </a:r>
            <a:r>
              <a:rPr lang="nb-NO" dirty="0"/>
              <a:t> </a:t>
            </a:r>
            <a:r>
              <a:rPr lang="nb-NO" dirty="0" err="1"/>
              <a:t>moving</a:t>
            </a:r>
            <a:r>
              <a:rPr lang="nb-NO" dirty="0"/>
              <a:t> </a:t>
            </a:r>
            <a:r>
              <a:rPr lang="nb-NO" dirty="0" err="1"/>
              <a:t>south</a:t>
            </a:r>
            <a:r>
              <a:rPr lang="nb-NO" dirty="0"/>
              <a:t> is double </a:t>
            </a:r>
            <a:r>
              <a:rPr lang="nb-NO" dirty="0" err="1"/>
              <a:t>the</a:t>
            </a:r>
            <a:r>
              <a:rPr lang="nb-NO" dirty="0"/>
              <a:t> </a:t>
            </a:r>
            <a:r>
              <a:rPr lang="nb-NO" dirty="0" err="1"/>
              <a:t>probability</a:t>
            </a:r>
            <a:r>
              <a:rPr lang="nb-NO" dirty="0"/>
              <a:t> </a:t>
            </a:r>
            <a:r>
              <a:rPr lang="nb-NO" dirty="0" err="1"/>
              <a:t>of</a:t>
            </a:r>
            <a:r>
              <a:rPr lang="nb-NO" dirty="0"/>
              <a:t> </a:t>
            </a:r>
            <a:r>
              <a:rPr lang="nb-NO" dirty="0" err="1"/>
              <a:t>moving</a:t>
            </a:r>
            <a:r>
              <a:rPr lang="nb-NO" dirty="0"/>
              <a:t> </a:t>
            </a:r>
            <a:r>
              <a:rPr lang="nb-NO" dirty="0" err="1"/>
              <a:t>north</a:t>
            </a:r>
            <a:r>
              <a:rPr lang="nb-NO" dirty="0"/>
              <a:t>, </a:t>
            </a:r>
            <a:r>
              <a:rPr lang="nb-NO" dirty="0" err="1"/>
              <a:t>with</a:t>
            </a:r>
            <a:r>
              <a:rPr lang="nb-NO" dirty="0"/>
              <a:t> 200 </a:t>
            </a:r>
            <a:r>
              <a:rPr lang="nb-NO" dirty="0" err="1"/>
              <a:t>walks</a:t>
            </a:r>
            <a:r>
              <a:rPr lang="nb-NO" dirty="0"/>
              <a:t> and stopping </a:t>
            </a:r>
            <a:r>
              <a:rPr lang="nb-NO" dirty="0" err="1"/>
              <a:t>when</a:t>
            </a:r>
            <a:r>
              <a:rPr lang="nb-NO" dirty="0"/>
              <a:t> </a:t>
            </a:r>
            <a:r>
              <a:rPr lang="nb-NO" dirty="0" err="1"/>
              <a:t>the</a:t>
            </a:r>
            <a:r>
              <a:rPr lang="nb-NO" dirty="0"/>
              <a:t> </a:t>
            </a:r>
            <a:r>
              <a:rPr lang="nb-NO" dirty="0" err="1"/>
              <a:t>contaminant</a:t>
            </a:r>
            <a:r>
              <a:rPr lang="nb-NO" dirty="0"/>
              <a:t> </a:t>
            </a:r>
            <a:r>
              <a:rPr lang="nb-NO" dirty="0" err="1"/>
              <a:t>reaches</a:t>
            </a:r>
            <a:r>
              <a:rPr lang="nb-NO" dirty="0"/>
              <a:t> 10 km </a:t>
            </a:r>
            <a:r>
              <a:rPr lang="nb-NO" dirty="0" err="1"/>
              <a:t>south</a:t>
            </a:r>
            <a:r>
              <a:rPr lang="nb-NO" dirty="0"/>
              <a:t>, or y=0. By </a:t>
            </a:r>
            <a:r>
              <a:rPr lang="nb-NO" dirty="0" err="1"/>
              <a:t>calculating</a:t>
            </a:r>
            <a:r>
              <a:rPr lang="nb-NO" dirty="0"/>
              <a:t> </a:t>
            </a:r>
            <a:r>
              <a:rPr lang="nb-NO" dirty="0" err="1"/>
              <a:t>the</a:t>
            </a:r>
            <a:r>
              <a:rPr lang="nb-NO" dirty="0"/>
              <a:t> </a:t>
            </a:r>
            <a:r>
              <a:rPr lang="nb-NO" dirty="0" err="1"/>
              <a:t>average</a:t>
            </a:r>
            <a:r>
              <a:rPr lang="nb-NO" dirty="0"/>
              <a:t> </a:t>
            </a:r>
            <a:r>
              <a:rPr lang="nb-NO" dirty="0" err="1"/>
              <a:t>weight</a:t>
            </a:r>
            <a:r>
              <a:rPr lang="nb-NO" dirty="0"/>
              <a:t> </a:t>
            </a:r>
            <a:r>
              <a:rPr lang="nb-NO" dirty="0" err="1"/>
              <a:t>of</a:t>
            </a:r>
            <a:r>
              <a:rPr lang="nb-NO" dirty="0"/>
              <a:t> </a:t>
            </a:r>
            <a:r>
              <a:rPr lang="nb-NO" dirty="0" err="1"/>
              <a:t>each</a:t>
            </a:r>
            <a:r>
              <a:rPr lang="nb-NO" dirty="0"/>
              <a:t> </a:t>
            </a:r>
            <a:r>
              <a:rPr lang="nb-NO" dirty="0" err="1"/>
              <a:t>step</a:t>
            </a:r>
            <a:r>
              <a:rPr lang="nb-NO" dirty="0"/>
              <a:t>, </a:t>
            </a:r>
            <a:r>
              <a:rPr lang="nb-NO" dirty="0" err="1"/>
              <a:t>we</a:t>
            </a:r>
            <a:r>
              <a:rPr lang="nb-NO" dirty="0"/>
              <a:t> </a:t>
            </a:r>
            <a:r>
              <a:rPr lang="nb-NO" dirty="0" err="1"/>
              <a:t>can</a:t>
            </a:r>
            <a:r>
              <a:rPr lang="nb-NO" dirty="0"/>
              <a:t> </a:t>
            </a:r>
            <a:r>
              <a:rPr lang="nb-NO" dirty="0" err="1"/>
              <a:t>see</a:t>
            </a:r>
            <a:r>
              <a:rPr lang="nb-NO" dirty="0"/>
              <a:t> </a:t>
            </a:r>
            <a:r>
              <a:rPr lang="nb-NO" dirty="0" err="1"/>
              <a:t>that</a:t>
            </a:r>
            <a:r>
              <a:rPr lang="nb-NO" dirty="0"/>
              <a:t> </a:t>
            </a:r>
            <a:r>
              <a:rPr lang="nb-NO" dirty="0" err="1"/>
              <a:t>the</a:t>
            </a:r>
            <a:r>
              <a:rPr lang="nb-NO" dirty="0"/>
              <a:t> </a:t>
            </a:r>
            <a:r>
              <a:rPr lang="nb-NO" dirty="0" err="1"/>
              <a:t>contaminant</a:t>
            </a:r>
            <a:r>
              <a:rPr lang="nb-NO" dirty="0"/>
              <a:t> </a:t>
            </a:r>
            <a:r>
              <a:rPr lang="nb-NO" dirty="0" err="1"/>
              <a:t>moves</a:t>
            </a:r>
            <a:r>
              <a:rPr lang="nb-NO" dirty="0"/>
              <a:t> </a:t>
            </a:r>
            <a:r>
              <a:rPr lang="nb-NO" dirty="0" err="1"/>
              <a:t>on</a:t>
            </a:r>
            <a:r>
              <a:rPr lang="nb-NO" dirty="0"/>
              <a:t> </a:t>
            </a:r>
            <a:r>
              <a:rPr lang="nb-NO" dirty="0" err="1"/>
              <a:t>average</a:t>
            </a:r>
            <a:r>
              <a:rPr lang="nb-NO" dirty="0"/>
              <a:t> 1/6th </a:t>
            </a:r>
            <a:r>
              <a:rPr lang="nb-NO" dirty="0" err="1"/>
              <a:t>of</a:t>
            </a:r>
            <a:r>
              <a:rPr lang="nb-NO" dirty="0"/>
              <a:t> a y-</a:t>
            </a:r>
            <a:r>
              <a:rPr lang="nb-NO" dirty="0" err="1"/>
              <a:t>value</a:t>
            </a:r>
            <a:r>
              <a:rPr lang="nb-NO" dirty="0"/>
              <a:t> </a:t>
            </a:r>
            <a:r>
              <a:rPr lang="nb-NO" dirty="0" err="1"/>
              <a:t>towards</a:t>
            </a:r>
            <a:r>
              <a:rPr lang="nb-NO" dirty="0"/>
              <a:t> </a:t>
            </a:r>
            <a:r>
              <a:rPr lang="nb-NO" dirty="0" err="1"/>
              <a:t>the</a:t>
            </a:r>
            <a:r>
              <a:rPr lang="nb-NO" dirty="0"/>
              <a:t> </a:t>
            </a:r>
            <a:r>
              <a:rPr lang="nb-NO" dirty="0" err="1"/>
              <a:t>south</a:t>
            </a:r>
            <a:r>
              <a:rPr lang="nb-NO" dirty="0"/>
              <a:t>. This </a:t>
            </a:r>
            <a:r>
              <a:rPr lang="nb-NO" dirty="0" err="1"/>
              <a:t>means</a:t>
            </a:r>
            <a:r>
              <a:rPr lang="nb-NO" dirty="0"/>
              <a:t> </a:t>
            </a:r>
            <a:r>
              <a:rPr lang="nb-NO" dirty="0" err="1"/>
              <a:t>that</a:t>
            </a:r>
            <a:r>
              <a:rPr lang="nb-NO" dirty="0"/>
              <a:t> to </a:t>
            </a:r>
            <a:r>
              <a:rPr lang="nb-NO" dirty="0" err="1"/>
              <a:t>reach</a:t>
            </a:r>
            <a:r>
              <a:rPr lang="nb-NO" dirty="0"/>
              <a:t> </a:t>
            </a:r>
            <a:r>
              <a:rPr lang="nb-NO" dirty="0" err="1"/>
              <a:t>the</a:t>
            </a:r>
            <a:r>
              <a:rPr lang="nb-NO" dirty="0"/>
              <a:t> </a:t>
            </a:r>
            <a:r>
              <a:rPr lang="nb-NO" dirty="0" err="1"/>
              <a:t>south</a:t>
            </a:r>
            <a:r>
              <a:rPr lang="nb-NO" dirty="0"/>
              <a:t> border it </a:t>
            </a:r>
            <a:r>
              <a:rPr lang="nb-NO" dirty="0" err="1"/>
              <a:t>needs</a:t>
            </a:r>
            <a:r>
              <a:rPr lang="nb-NO" dirty="0"/>
              <a:t> </a:t>
            </a:r>
            <a:r>
              <a:rPr lang="nb-NO" dirty="0" err="1"/>
              <a:t>on</a:t>
            </a:r>
            <a:r>
              <a:rPr lang="nb-NO" dirty="0"/>
              <a:t> </a:t>
            </a:r>
            <a:r>
              <a:rPr lang="nb-NO" dirty="0" err="1"/>
              <a:t>average</a:t>
            </a:r>
            <a:r>
              <a:rPr lang="nb-NO" dirty="0"/>
              <a:t> 6000 </a:t>
            </a:r>
            <a:r>
              <a:rPr lang="nb-NO" dirty="0" err="1"/>
              <a:t>years</a:t>
            </a:r>
            <a:r>
              <a:rPr lang="nb-NO" dirty="0"/>
              <a:t>. </a:t>
            </a:r>
          </a:p>
          <a:p>
            <a:r>
              <a:rPr lang="nb-NO" dirty="0"/>
              <a:t>This is </a:t>
            </a:r>
            <a:r>
              <a:rPr lang="nb-NO" dirty="0" err="1"/>
              <a:t>confirmed</a:t>
            </a:r>
            <a:r>
              <a:rPr lang="nb-NO" dirty="0"/>
              <a:t> by </a:t>
            </a:r>
            <a:r>
              <a:rPr lang="nb-NO" dirty="0" err="1"/>
              <a:t>the</a:t>
            </a:r>
            <a:r>
              <a:rPr lang="nb-NO" dirty="0"/>
              <a:t> </a:t>
            </a:r>
            <a:r>
              <a:rPr lang="nb-NO" dirty="0" err="1"/>
              <a:t>simulation</a:t>
            </a:r>
            <a:r>
              <a:rPr lang="nb-NO" dirty="0"/>
              <a:t> </a:t>
            </a:r>
            <a:r>
              <a:rPr lang="nb-NO" dirty="0" err="1"/>
              <a:t>where</a:t>
            </a:r>
            <a:r>
              <a:rPr lang="nb-NO" dirty="0"/>
              <a:t> </a:t>
            </a:r>
            <a:r>
              <a:rPr lang="nb-NO" dirty="0" err="1"/>
              <a:t>we</a:t>
            </a:r>
            <a:r>
              <a:rPr lang="nb-NO" dirty="0"/>
              <a:t> </a:t>
            </a:r>
            <a:r>
              <a:rPr lang="nb-NO" dirty="0" err="1"/>
              <a:t>can</a:t>
            </a:r>
            <a:r>
              <a:rPr lang="nb-NO" dirty="0"/>
              <a:t> </a:t>
            </a:r>
            <a:r>
              <a:rPr lang="nb-NO" dirty="0" err="1"/>
              <a:t>see</a:t>
            </a:r>
            <a:r>
              <a:rPr lang="nb-NO" dirty="0"/>
              <a:t> </a:t>
            </a:r>
            <a:r>
              <a:rPr lang="nb-NO" dirty="0" err="1"/>
              <a:t>the</a:t>
            </a:r>
            <a:r>
              <a:rPr lang="nb-NO" dirty="0"/>
              <a:t> plot </a:t>
            </a:r>
            <a:r>
              <a:rPr lang="nb-NO" dirty="0" err="1"/>
              <a:t>of</a:t>
            </a:r>
            <a:r>
              <a:rPr lang="nb-NO" dirty="0"/>
              <a:t> </a:t>
            </a:r>
            <a:r>
              <a:rPr lang="nb-NO" dirty="0" err="1"/>
              <a:t>arrival</a:t>
            </a:r>
            <a:r>
              <a:rPr lang="nb-NO" dirty="0"/>
              <a:t> times </a:t>
            </a:r>
            <a:r>
              <a:rPr lang="nb-NO" dirty="0" err="1"/>
              <a:t>on</a:t>
            </a:r>
            <a:r>
              <a:rPr lang="nb-NO" dirty="0"/>
              <a:t> </a:t>
            </a:r>
            <a:r>
              <a:rPr lang="nb-NO" dirty="0" err="1"/>
              <a:t>the</a:t>
            </a:r>
            <a:r>
              <a:rPr lang="nb-NO" dirty="0"/>
              <a:t> right.</a:t>
            </a:r>
          </a:p>
          <a:p>
            <a:endParaRPr lang="nb-NO" dirty="0"/>
          </a:p>
          <a:p>
            <a:r>
              <a:rPr lang="nb-NO" dirty="0" err="1"/>
              <a:t>We</a:t>
            </a:r>
            <a:r>
              <a:rPr lang="nb-NO" dirty="0"/>
              <a:t> </a:t>
            </a:r>
            <a:r>
              <a:rPr lang="nb-NO" dirty="0" err="1"/>
              <a:t>can</a:t>
            </a:r>
            <a:r>
              <a:rPr lang="nb-NO" dirty="0"/>
              <a:t> </a:t>
            </a:r>
            <a:r>
              <a:rPr lang="nb-NO" dirty="0" err="1"/>
              <a:t>also</a:t>
            </a:r>
            <a:r>
              <a:rPr lang="nb-NO" dirty="0"/>
              <a:t> </a:t>
            </a:r>
            <a:r>
              <a:rPr lang="nb-NO" dirty="0" err="1"/>
              <a:t>approximate</a:t>
            </a:r>
            <a:r>
              <a:rPr lang="nb-NO" dirty="0"/>
              <a:t> </a:t>
            </a:r>
            <a:r>
              <a:rPr lang="nb-NO" dirty="0" err="1"/>
              <a:t>this</a:t>
            </a:r>
            <a:r>
              <a:rPr lang="nb-NO" dirty="0"/>
              <a:t> as a normal </a:t>
            </a:r>
            <a:r>
              <a:rPr lang="nb-NO" dirty="0" err="1"/>
              <a:t>distribution</a:t>
            </a:r>
            <a:r>
              <a:rPr lang="nb-NO" dirty="0"/>
              <a:t>, </a:t>
            </a:r>
            <a:r>
              <a:rPr lang="nb-NO" dirty="0" err="1"/>
              <a:t>mostly</a:t>
            </a:r>
            <a:r>
              <a:rPr lang="nb-NO" dirty="0"/>
              <a:t> </a:t>
            </a:r>
            <a:r>
              <a:rPr lang="nb-NO" dirty="0" err="1"/>
              <a:t>because</a:t>
            </a:r>
            <a:r>
              <a:rPr lang="nb-NO" dirty="0"/>
              <a:t> </a:t>
            </a:r>
            <a:r>
              <a:rPr lang="nb-NO" dirty="0" err="1"/>
              <a:t>of</a:t>
            </a:r>
            <a:r>
              <a:rPr lang="nb-NO" dirty="0"/>
              <a:t> </a:t>
            </a:r>
            <a:r>
              <a:rPr lang="nb-NO" dirty="0" err="1"/>
              <a:t>the</a:t>
            </a:r>
            <a:r>
              <a:rPr lang="nb-NO" dirty="0"/>
              <a:t> </a:t>
            </a:r>
            <a:r>
              <a:rPr lang="nb-NO" dirty="0" err="1"/>
              <a:t>central</a:t>
            </a:r>
            <a:r>
              <a:rPr lang="nb-NO" dirty="0"/>
              <a:t> limit </a:t>
            </a:r>
            <a:r>
              <a:rPr lang="nb-NO" dirty="0" err="1"/>
              <a:t>theorem</a:t>
            </a:r>
            <a:r>
              <a:rPr lang="nb-NO" dirty="0"/>
              <a:t> and </a:t>
            </a:r>
            <a:r>
              <a:rPr lang="nb-NO" dirty="0" err="1"/>
              <a:t>the</a:t>
            </a:r>
            <a:r>
              <a:rPr lang="nb-NO" dirty="0"/>
              <a:t> </a:t>
            </a:r>
            <a:r>
              <a:rPr lang="nb-NO" dirty="0" err="1"/>
              <a:t>large</a:t>
            </a:r>
            <a:r>
              <a:rPr lang="nb-NO" dirty="0"/>
              <a:t> </a:t>
            </a:r>
            <a:r>
              <a:rPr lang="nb-NO" dirty="0" err="1"/>
              <a:t>average</a:t>
            </a:r>
            <a:r>
              <a:rPr lang="nb-NO" dirty="0"/>
              <a:t> </a:t>
            </a:r>
            <a:r>
              <a:rPr lang="nb-NO" dirty="0" err="1"/>
              <a:t>value</a:t>
            </a:r>
            <a:r>
              <a:rPr lang="nb-NO" dirty="0"/>
              <a:t> </a:t>
            </a:r>
            <a:r>
              <a:rPr lang="nb-NO" dirty="0" err="1"/>
              <a:t>towards</a:t>
            </a:r>
            <a:r>
              <a:rPr lang="nb-NO" dirty="0"/>
              <a:t> </a:t>
            </a:r>
            <a:r>
              <a:rPr lang="nb-NO" dirty="0" err="1"/>
              <a:t>the</a:t>
            </a:r>
            <a:r>
              <a:rPr lang="nb-NO" dirty="0"/>
              <a:t> </a:t>
            </a:r>
            <a:r>
              <a:rPr lang="nb-NO" dirty="0" err="1"/>
              <a:t>south</a:t>
            </a:r>
            <a:r>
              <a:rPr lang="nb-NO" dirty="0"/>
              <a:t>. This is </a:t>
            </a:r>
            <a:r>
              <a:rPr lang="nb-NO" dirty="0" err="1"/>
              <a:t>also</a:t>
            </a:r>
            <a:r>
              <a:rPr lang="nb-NO" dirty="0"/>
              <a:t> </a:t>
            </a:r>
            <a:r>
              <a:rPr lang="nb-NO" dirty="0" err="1"/>
              <a:t>confirmed</a:t>
            </a:r>
            <a:r>
              <a:rPr lang="nb-NO" dirty="0"/>
              <a:t> by </a:t>
            </a:r>
            <a:r>
              <a:rPr lang="nb-NO" dirty="0" err="1"/>
              <a:t>the</a:t>
            </a:r>
            <a:r>
              <a:rPr lang="nb-NO" dirty="0"/>
              <a:t> plots </a:t>
            </a:r>
            <a:r>
              <a:rPr lang="nb-NO" dirty="0" err="1"/>
              <a:t>on</a:t>
            </a:r>
            <a:r>
              <a:rPr lang="nb-NO" dirty="0"/>
              <a:t> </a:t>
            </a:r>
            <a:r>
              <a:rPr lang="nb-NO" dirty="0" err="1"/>
              <a:t>the</a:t>
            </a:r>
            <a:r>
              <a:rPr lang="nb-NO" dirty="0"/>
              <a:t> right.</a:t>
            </a:r>
            <a:endParaRPr lang="en-US" dirty="0"/>
          </a:p>
        </p:txBody>
      </p:sp>
      <p:sp>
        <p:nvSpPr>
          <p:cNvPr id="4" name="Plassholder for lysbildenummer 3">
            <a:extLst>
              <a:ext uri="{FF2B5EF4-FFF2-40B4-BE49-F238E27FC236}">
                <a16:creationId xmlns:a16="http://schemas.microsoft.com/office/drawing/2014/main" id="{D4C5F1D8-3BB0-E150-6D9A-8BEA2C17221E}"/>
              </a:ext>
            </a:extLst>
          </p:cNvPr>
          <p:cNvSpPr>
            <a:spLocks noGrp="1"/>
          </p:cNvSpPr>
          <p:nvPr>
            <p:ph type="sldNum" sz="quarter" idx="5"/>
          </p:nvPr>
        </p:nvSpPr>
        <p:spPr/>
        <p:txBody>
          <a:bodyPr/>
          <a:lstStyle/>
          <a:p>
            <a:fld id="{F7A439AA-4617-4627-B5F6-FFD7862B74B0}" type="slidenum">
              <a:rPr lang="en-US" smtClean="0"/>
              <a:t>21</a:t>
            </a:fld>
            <a:endParaRPr lang="en-US"/>
          </a:p>
        </p:txBody>
      </p:sp>
    </p:spTree>
    <p:extLst>
      <p:ext uri="{BB962C8B-B14F-4D97-AF65-F5344CB8AC3E}">
        <p14:creationId xmlns:p14="http://schemas.microsoft.com/office/powerpoint/2010/main" val="3156072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28813-B6F9-2D7B-56BA-0EF71D716757}"/>
            </a:ext>
          </a:extLst>
        </p:cNvPr>
        <p:cNvGrpSpPr/>
        <p:nvPr/>
      </p:nvGrpSpPr>
      <p:grpSpPr>
        <a:xfrm>
          <a:off x="0" y="0"/>
          <a:ext cx="0" cy="0"/>
          <a:chOff x="0" y="0"/>
          <a:chExt cx="0" cy="0"/>
        </a:xfrm>
      </p:grpSpPr>
      <p:sp>
        <p:nvSpPr>
          <p:cNvPr id="2" name="Plassholder for lysbilde 1">
            <a:extLst>
              <a:ext uri="{FF2B5EF4-FFF2-40B4-BE49-F238E27FC236}">
                <a16:creationId xmlns:a16="http://schemas.microsoft.com/office/drawing/2014/main" id="{6F5F5698-62B1-1550-DD8F-20C3B5E82BB3}"/>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Plassholder for notater 2">
                <a:extLst>
                  <a:ext uri="{FF2B5EF4-FFF2-40B4-BE49-F238E27FC236}">
                    <a16:creationId xmlns:a16="http://schemas.microsoft.com/office/drawing/2014/main" id="{6C35A4CB-DB07-0EC2-AAAD-26A361DB7846}"/>
                  </a:ext>
                </a:extLst>
              </p:cNvPr>
              <p:cNvSpPr>
                <a:spLocks noGrp="1"/>
              </p:cNvSpPr>
              <p:nvPr>
                <p:ph type="body" idx="1"/>
              </p:nvPr>
            </p:nvSpPr>
            <p:spPr/>
            <p:txBody>
              <a:bodyPr/>
              <a:lstStyle/>
              <a:p>
                <a:r>
                  <a:rPr lang="nb-NO" dirty="0"/>
                  <a:t>Lastly </a:t>
                </a:r>
                <a:r>
                  <a:rPr lang="nb-NO" dirty="0" err="1"/>
                  <a:t>we</a:t>
                </a:r>
                <a:r>
                  <a:rPr lang="nb-NO" dirty="0"/>
                  <a:t> </a:t>
                </a:r>
                <a:r>
                  <a:rPr lang="nb-NO" dirty="0" err="1"/>
                  <a:t>try</a:t>
                </a:r>
                <a:r>
                  <a:rPr lang="nb-NO" dirty="0"/>
                  <a:t> to </a:t>
                </a:r>
                <a:r>
                  <a:rPr lang="nb-NO" dirty="0" err="1"/>
                  <a:t>compare</a:t>
                </a:r>
                <a:r>
                  <a:rPr lang="nb-NO" dirty="0"/>
                  <a:t> </a:t>
                </a:r>
                <a:r>
                  <a:rPr lang="nb-NO" dirty="0" err="1"/>
                  <a:t>the</a:t>
                </a:r>
                <a:r>
                  <a:rPr lang="nb-NO" dirty="0"/>
                  <a:t> most </a:t>
                </a:r>
                <a:r>
                  <a:rPr lang="nb-NO" dirty="0" err="1"/>
                  <a:t>likely</a:t>
                </a:r>
                <a:r>
                  <a:rPr lang="nb-NO" dirty="0"/>
                  <a:t> </a:t>
                </a:r>
                <a:r>
                  <a:rPr lang="nb-NO" dirty="0" err="1"/>
                  <a:t>arrival</a:t>
                </a:r>
                <a:r>
                  <a:rPr lang="nb-NO" dirty="0"/>
                  <a:t> times </a:t>
                </a:r>
                <a:r>
                  <a:rPr lang="nb-NO" dirty="0" err="1"/>
                  <a:t>south</a:t>
                </a:r>
                <a:r>
                  <a:rPr lang="nb-NO" dirty="0"/>
                  <a:t> for </a:t>
                </a:r>
                <a:r>
                  <a:rPr lang="nb-NO" dirty="0" err="1"/>
                  <a:t>unbiased</a:t>
                </a:r>
                <a:r>
                  <a:rPr lang="nb-NO" dirty="0"/>
                  <a:t> </a:t>
                </a:r>
                <a:r>
                  <a:rPr lang="nb-NO" dirty="0" err="1"/>
                  <a:t>vs</a:t>
                </a:r>
                <a:r>
                  <a:rPr lang="nb-NO" dirty="0"/>
                  <a:t> </a:t>
                </a:r>
                <a:r>
                  <a:rPr lang="nb-NO" dirty="0" err="1"/>
                  <a:t>biased</a:t>
                </a:r>
                <a:r>
                  <a:rPr lang="nb-NO" dirty="0"/>
                  <a:t>. </a:t>
                </a:r>
                <a:r>
                  <a:rPr lang="nb-NO" dirty="0" err="1"/>
                  <a:t>We</a:t>
                </a:r>
                <a:r>
                  <a:rPr lang="nb-NO" dirty="0"/>
                  <a:t> </a:t>
                </a:r>
                <a:r>
                  <a:rPr lang="nb-NO" dirty="0" err="1"/>
                  <a:t>use</a:t>
                </a:r>
                <a:r>
                  <a:rPr lang="nb-NO" dirty="0"/>
                  <a:t> </a:t>
                </a:r>
                <a:r>
                  <a:rPr lang="nb-NO" dirty="0" err="1"/>
                  <a:t>the</a:t>
                </a:r>
                <a:r>
                  <a:rPr lang="nb-NO" dirty="0"/>
                  <a:t> mode for </a:t>
                </a:r>
                <a:r>
                  <a:rPr lang="nb-NO" dirty="0" err="1"/>
                  <a:t>the</a:t>
                </a:r>
                <a:r>
                  <a:rPr lang="nb-NO" dirty="0"/>
                  <a:t> most </a:t>
                </a:r>
                <a:r>
                  <a:rPr lang="nb-NO" dirty="0" err="1"/>
                  <a:t>likely</a:t>
                </a:r>
                <a:r>
                  <a:rPr lang="nb-NO" dirty="0"/>
                  <a:t> </a:t>
                </a:r>
                <a:r>
                  <a:rPr lang="nb-NO" dirty="0" err="1"/>
                  <a:t>arrival</a:t>
                </a:r>
                <a:r>
                  <a:rPr lang="nb-NO" dirty="0"/>
                  <a:t> times, as it </a:t>
                </a:r>
                <a:r>
                  <a:rPr lang="nb-NO" dirty="0" err="1"/>
                  <a:t>does</a:t>
                </a:r>
                <a:r>
                  <a:rPr lang="nb-NO" dirty="0"/>
                  <a:t> not make </a:t>
                </a:r>
                <a:r>
                  <a:rPr lang="nb-NO" dirty="0" err="1"/>
                  <a:t>sense</a:t>
                </a:r>
                <a:r>
                  <a:rPr lang="nb-NO" dirty="0"/>
                  <a:t> </a:t>
                </a:r>
                <a:r>
                  <a:rPr lang="nb-NO" dirty="0" err="1"/>
                  <a:t>using</a:t>
                </a:r>
                <a:r>
                  <a:rPr lang="nb-NO" dirty="0"/>
                  <a:t> </a:t>
                </a:r>
                <a:r>
                  <a:rPr lang="nb-NO" dirty="0" err="1"/>
                  <a:t>the</a:t>
                </a:r>
                <a:r>
                  <a:rPr lang="nb-NO" dirty="0"/>
                  <a:t> </a:t>
                </a:r>
                <a:r>
                  <a:rPr lang="nb-NO" dirty="0" err="1"/>
                  <a:t>mean</a:t>
                </a:r>
                <a:r>
                  <a:rPr lang="nb-NO" dirty="0"/>
                  <a:t> </a:t>
                </a:r>
                <a:r>
                  <a:rPr lang="nb-NO" dirty="0" err="1"/>
                  <a:t>when</a:t>
                </a:r>
                <a:r>
                  <a:rPr lang="nb-NO" dirty="0"/>
                  <a:t> </a:t>
                </a:r>
                <a:r>
                  <a:rPr lang="nb-NO" dirty="0" err="1"/>
                  <a:t>the</a:t>
                </a:r>
                <a:r>
                  <a:rPr lang="nb-NO" dirty="0"/>
                  <a:t> </a:t>
                </a:r>
                <a:r>
                  <a:rPr lang="nb-NO" dirty="0" err="1"/>
                  <a:t>distribution</a:t>
                </a:r>
                <a:r>
                  <a:rPr lang="nb-NO" dirty="0"/>
                  <a:t> is so </a:t>
                </a:r>
                <a:r>
                  <a:rPr lang="nb-NO" dirty="0" err="1"/>
                  <a:t>skewed</a:t>
                </a:r>
                <a:r>
                  <a:rPr lang="nb-NO" dirty="0"/>
                  <a:t> and </a:t>
                </a:r>
                <a:r>
                  <a:rPr lang="nb-NO" dirty="0" err="1"/>
                  <a:t>with</a:t>
                </a:r>
                <a:r>
                  <a:rPr lang="nb-NO" dirty="0"/>
                  <a:t> </a:t>
                </a:r>
                <a:r>
                  <a:rPr lang="nb-NO" dirty="0" err="1"/>
                  <a:t>the</a:t>
                </a:r>
                <a:r>
                  <a:rPr lang="nb-NO" dirty="0"/>
                  <a:t> </a:t>
                </a:r>
                <a:r>
                  <a:rPr lang="nb-NO" dirty="0" err="1"/>
                  <a:t>high</a:t>
                </a:r>
                <a:r>
                  <a:rPr lang="nb-NO" dirty="0"/>
                  <a:t> </a:t>
                </a:r>
                <a:r>
                  <a:rPr lang="nb-NO" dirty="0" err="1"/>
                  <a:t>variance</a:t>
                </a:r>
                <a:r>
                  <a:rPr lang="nb-NO" dirty="0"/>
                  <a:t>. </a:t>
                </a:r>
              </a:p>
              <a:p>
                <a:r>
                  <a:rPr lang="nb-NO" dirty="0" err="1"/>
                  <a:t>We</a:t>
                </a:r>
                <a:r>
                  <a:rPr lang="nb-NO" dirty="0"/>
                  <a:t> </a:t>
                </a:r>
                <a:r>
                  <a:rPr lang="nb-NO" dirty="0" err="1"/>
                  <a:t>assume</a:t>
                </a:r>
                <a:r>
                  <a:rPr lang="nb-NO" dirty="0"/>
                  <a:t> </a:t>
                </a:r>
                <a:r>
                  <a:rPr lang="nb-NO" dirty="0" err="1"/>
                  <a:t>the</a:t>
                </a:r>
                <a:r>
                  <a:rPr lang="nb-NO" dirty="0"/>
                  <a:t> </a:t>
                </a:r>
                <a:r>
                  <a:rPr lang="nb-NO" dirty="0" err="1"/>
                  <a:t>distribution</a:t>
                </a:r>
                <a:r>
                  <a:rPr lang="nb-NO" dirty="0"/>
                  <a:t> is </a:t>
                </a:r>
                <a:r>
                  <a:rPr lang="nb-NO" dirty="0" err="1"/>
                  <a:t>of</a:t>
                </a:r>
                <a:r>
                  <a:rPr lang="nb-NO" dirty="0"/>
                  <a:t> </a:t>
                </a:r>
                <a:r>
                  <a:rPr lang="nb-NO" dirty="0" err="1"/>
                  <a:t>the</a:t>
                </a:r>
                <a:r>
                  <a:rPr lang="nb-NO" dirty="0"/>
                  <a:t> same </a:t>
                </a:r>
                <a:r>
                  <a:rPr lang="nb-NO" dirty="0" err="1"/>
                  <a:t>characteristics</a:t>
                </a:r>
                <a:r>
                  <a:rPr lang="nb-NO" dirty="0"/>
                  <a:t> as </a:t>
                </a:r>
                <a:r>
                  <a:rPr lang="nb-NO" dirty="0" err="1"/>
                  <a:t>the</a:t>
                </a:r>
                <a:r>
                  <a:rPr lang="nb-NO" dirty="0"/>
                  <a:t> first </a:t>
                </a:r>
                <a:r>
                  <a:rPr lang="nb-NO" dirty="0" err="1"/>
                  <a:t>unbiased</a:t>
                </a:r>
                <a:r>
                  <a:rPr lang="nb-NO" dirty="0"/>
                  <a:t> random </a:t>
                </a:r>
                <a:r>
                  <a:rPr lang="nb-NO" dirty="0" err="1"/>
                  <a:t>walk</a:t>
                </a:r>
                <a:r>
                  <a:rPr lang="nb-NO" dirty="0"/>
                  <a:t>, just </a:t>
                </a:r>
                <a:r>
                  <a:rPr lang="nb-NO" dirty="0" err="1"/>
                  <a:t>that</a:t>
                </a:r>
                <a:r>
                  <a:rPr lang="nb-NO" dirty="0"/>
                  <a:t> it is </a:t>
                </a:r>
                <a:r>
                  <a:rPr lang="nb-NO" dirty="0" err="1"/>
                  <a:t>way</a:t>
                </a:r>
                <a:r>
                  <a:rPr lang="nb-NO" dirty="0"/>
                  <a:t> more </a:t>
                </a:r>
                <a:r>
                  <a:rPr lang="nb-NO" dirty="0" err="1"/>
                  <a:t>spread</a:t>
                </a:r>
                <a:r>
                  <a:rPr lang="nb-NO" dirty="0"/>
                  <a:t> </a:t>
                </a:r>
                <a:r>
                  <a:rPr lang="nb-NO" dirty="0" err="1"/>
                  <a:t>out</a:t>
                </a:r>
                <a:r>
                  <a:rPr lang="nb-NO" dirty="0"/>
                  <a:t>. </a:t>
                </a:r>
                <a:r>
                  <a:rPr lang="nb-NO" dirty="0" err="1"/>
                  <a:t>We</a:t>
                </a:r>
                <a:r>
                  <a:rPr lang="nb-NO" dirty="0"/>
                  <a:t> </a:t>
                </a:r>
                <a:r>
                  <a:rPr lang="nb-NO" dirty="0" err="1"/>
                  <a:t>also</a:t>
                </a:r>
                <a:r>
                  <a:rPr lang="nb-NO" dirty="0"/>
                  <a:t> </a:t>
                </a:r>
                <a:r>
                  <a:rPr lang="nb-NO" dirty="0" err="1"/>
                  <a:t>assume</a:t>
                </a:r>
                <a:r>
                  <a:rPr lang="nb-NO" dirty="0"/>
                  <a:t> </a:t>
                </a:r>
                <a:r>
                  <a:rPr lang="nb-NO" dirty="0" err="1"/>
                  <a:t>that</a:t>
                </a:r>
                <a:r>
                  <a:rPr lang="nb-NO" dirty="0"/>
                  <a:t> it has an </a:t>
                </a:r>
                <a:r>
                  <a:rPr lang="nb-NO" dirty="0" err="1"/>
                  <a:t>early</a:t>
                </a:r>
                <a:r>
                  <a:rPr lang="nb-NO" dirty="0"/>
                  <a:t> </a:t>
                </a:r>
                <a:r>
                  <a:rPr lang="nb-NO" dirty="0" err="1"/>
                  <a:t>peak</a:t>
                </a:r>
                <a:r>
                  <a:rPr lang="nb-NO" dirty="0"/>
                  <a:t> as </a:t>
                </a:r>
                <a:r>
                  <a:rPr lang="nb-NO" dirty="0" err="1"/>
                  <a:t>that</a:t>
                </a:r>
                <a:r>
                  <a:rPr lang="nb-NO" dirty="0"/>
                  <a:t> </a:t>
                </a:r>
                <a:r>
                  <a:rPr lang="nb-NO" dirty="0" err="1"/>
                  <a:t>distribution</a:t>
                </a:r>
                <a:r>
                  <a:rPr lang="nb-NO" dirty="0"/>
                  <a:t> </a:t>
                </a:r>
                <a:r>
                  <a:rPr lang="nb-NO" dirty="0" err="1"/>
                  <a:t>also</a:t>
                </a:r>
                <a:r>
                  <a:rPr lang="nb-NO" dirty="0"/>
                  <a:t> has.</a:t>
                </a:r>
              </a:p>
              <a:p>
                <a:r>
                  <a:rPr lang="nb-NO" dirty="0"/>
                  <a:t>To make it </a:t>
                </a:r>
                <a:r>
                  <a:rPr lang="nb-NO" dirty="0" err="1"/>
                  <a:t>computationally</a:t>
                </a:r>
                <a:r>
                  <a:rPr lang="nb-NO" dirty="0"/>
                  <a:t> </a:t>
                </a:r>
                <a:r>
                  <a:rPr lang="nb-NO" dirty="0" err="1"/>
                  <a:t>easier</a:t>
                </a:r>
                <a:r>
                  <a:rPr lang="nb-NO" dirty="0"/>
                  <a:t> </a:t>
                </a:r>
                <a:r>
                  <a:rPr lang="nb-NO" dirty="0" err="1"/>
                  <a:t>we</a:t>
                </a:r>
                <a:r>
                  <a:rPr lang="nb-NO" dirty="0"/>
                  <a:t> run </a:t>
                </a:r>
                <a:r>
                  <a:rPr lang="nb-NO" dirty="0" err="1"/>
                  <a:t>the</a:t>
                </a:r>
                <a:r>
                  <a:rPr lang="nb-NO" dirty="0"/>
                  <a:t> </a:t>
                </a:r>
                <a:r>
                  <a:rPr lang="nb-NO" dirty="0" err="1"/>
                  <a:t>simulation</a:t>
                </a:r>
                <a:r>
                  <a:rPr lang="nb-NO" dirty="0"/>
                  <a:t> </a:t>
                </a:r>
                <a:r>
                  <a:rPr lang="nb-NO" dirty="0" err="1"/>
                  <a:t>two</a:t>
                </a:r>
                <a:r>
                  <a:rPr lang="nb-NO" dirty="0"/>
                  <a:t> times, </a:t>
                </a:r>
                <a:r>
                  <a:rPr lang="nb-NO" dirty="0" err="1"/>
                  <a:t>where</a:t>
                </a:r>
                <a:r>
                  <a:rPr lang="nb-NO" dirty="0"/>
                  <a:t> </a:t>
                </a:r>
                <a:r>
                  <a:rPr lang="nb-NO" dirty="0" err="1"/>
                  <a:t>we</a:t>
                </a:r>
                <a:r>
                  <a:rPr lang="nb-NO" dirty="0"/>
                  <a:t> stop </a:t>
                </a:r>
                <a:r>
                  <a:rPr lang="nb-NO" dirty="0" err="1"/>
                  <a:t>the</a:t>
                </a:r>
                <a:r>
                  <a:rPr lang="nb-NO" dirty="0"/>
                  <a:t> </a:t>
                </a:r>
                <a:r>
                  <a:rPr lang="nb-NO" dirty="0" err="1"/>
                  <a:t>simulation</a:t>
                </a:r>
                <a:r>
                  <a:rPr lang="nb-NO" dirty="0"/>
                  <a:t> first at </a:t>
                </a:r>
                <a14:m>
                  <m:oMath xmlns:m="http://schemas.openxmlformats.org/officeDocument/2006/math">
                    <m:sSup>
                      <m:sSupPr>
                        <m:ctrlPr>
                          <a:rPr lang="nb-NO" b="0" i="1" smtClean="0">
                            <a:latin typeface="Cambria Math" panose="02040503050406030204" pitchFamily="18" charset="0"/>
                          </a:rPr>
                        </m:ctrlPr>
                      </m:sSupPr>
                      <m:e>
                        <m:r>
                          <a:rPr lang="nb-NO" b="0" i="1" smtClean="0">
                            <a:latin typeface="Cambria Math" panose="02040503050406030204" pitchFamily="18" charset="0"/>
                          </a:rPr>
                          <m:t>10</m:t>
                        </m:r>
                      </m:e>
                      <m:sup>
                        <m:r>
                          <a:rPr lang="nb-NO" b="0" i="1" smtClean="0">
                            <a:latin typeface="Cambria Math" panose="02040503050406030204" pitchFamily="18" charset="0"/>
                          </a:rPr>
                          <m:t>7</m:t>
                        </m:r>
                      </m:sup>
                    </m:sSup>
                  </m:oMath>
                </a14:m>
                <a:r>
                  <a:rPr lang="en-US" dirty="0"/>
                  <a:t> to find around</a:t>
                </a:r>
                <a:r>
                  <a:rPr lang="en-US" baseline="0" dirty="0"/>
                  <a:t> what point the peak is</a:t>
                </a:r>
                <a:r>
                  <a:rPr lang="en-US" dirty="0"/>
                  <a:t>, and the second time at </a:t>
                </a:r>
                <a14:m>
                  <m:oMath xmlns:m="http://schemas.openxmlformats.org/officeDocument/2006/math">
                    <m:r>
                      <a:rPr lang="nb-NO" b="0" i="1" smtClean="0">
                        <a:latin typeface="Cambria Math" panose="02040503050406030204" pitchFamily="18" charset="0"/>
                      </a:rPr>
                      <m:t>2,5⋅</m:t>
                    </m:r>
                    <m:sSup>
                      <m:sSupPr>
                        <m:ctrlPr>
                          <a:rPr lang="nb-NO" b="0" i="1" smtClean="0">
                            <a:latin typeface="Cambria Math" panose="02040503050406030204" pitchFamily="18" charset="0"/>
                          </a:rPr>
                        </m:ctrlPr>
                      </m:sSupPr>
                      <m:e>
                        <m:r>
                          <a:rPr lang="nb-NO" b="0" i="1" smtClean="0">
                            <a:latin typeface="Cambria Math" panose="02040503050406030204" pitchFamily="18" charset="0"/>
                          </a:rPr>
                          <m:t>10</m:t>
                        </m:r>
                      </m:e>
                      <m:sup>
                        <m:r>
                          <a:rPr lang="nb-NO" b="0" i="1" smtClean="0">
                            <a:latin typeface="Cambria Math" panose="02040503050406030204" pitchFamily="18" charset="0"/>
                          </a:rPr>
                          <m:t>6</m:t>
                        </m:r>
                      </m:sup>
                    </m:sSup>
                  </m:oMath>
                </a14:m>
                <a:r>
                  <a:rPr lang="en-US" dirty="0"/>
                  <a:t>. The first plot has a large value at </a:t>
                </a:r>
                <a14:m>
                  <m:oMath xmlns:m="http://schemas.openxmlformats.org/officeDocument/2006/math">
                    <m:sSup>
                      <m:sSupPr>
                        <m:ctrlPr>
                          <a:rPr lang="nb-NO" b="0" i="1" smtClean="0">
                            <a:latin typeface="Cambria Math" panose="02040503050406030204" pitchFamily="18" charset="0"/>
                          </a:rPr>
                        </m:ctrlPr>
                      </m:sSupPr>
                      <m:e>
                        <m:r>
                          <a:rPr lang="nb-NO" b="0" i="1" smtClean="0">
                            <a:latin typeface="Cambria Math" panose="02040503050406030204" pitchFamily="18" charset="0"/>
                          </a:rPr>
                          <m:t>10</m:t>
                        </m:r>
                      </m:e>
                      <m:sup>
                        <m:r>
                          <a:rPr lang="nb-NO" b="0" i="1" smtClean="0">
                            <a:latin typeface="Cambria Math" panose="02040503050406030204" pitchFamily="18" charset="0"/>
                          </a:rPr>
                          <m:t>7</m:t>
                        </m:r>
                      </m:sup>
                    </m:sSup>
                  </m:oMath>
                </a14:m>
                <a:r>
                  <a:rPr lang="en-US" dirty="0"/>
                  <a:t> because</a:t>
                </a:r>
                <a:r>
                  <a:rPr lang="en-US" baseline="0" dirty="0"/>
                  <a:t> this is where we stop the simulations. </a:t>
                </a:r>
                <a:r>
                  <a:rPr lang="en-US" dirty="0"/>
                  <a:t>We can see from the plots that the peak is not easily</a:t>
                </a:r>
                <a:r>
                  <a:rPr lang="en-US" baseline="0" dirty="0"/>
                  <a:t> defined, but we approximate it to be around 7,5 million years. We can also read from the plots that the peak is very low compared to the full distribution, indicating that the spread is very wide.</a:t>
                </a:r>
                <a:endParaRPr lang="en-US" dirty="0"/>
              </a:p>
            </p:txBody>
          </p:sp>
        </mc:Choice>
        <mc:Fallback>
          <p:sp>
            <p:nvSpPr>
              <p:cNvPr id="3" name="Plassholder for notater 2">
                <a:extLst>
                  <a:ext uri="{FF2B5EF4-FFF2-40B4-BE49-F238E27FC236}">
                    <a16:creationId xmlns:a16="http://schemas.microsoft.com/office/drawing/2014/main" id="{6C35A4CB-DB07-0EC2-AAAD-26A361DB7846}"/>
                  </a:ext>
                </a:extLst>
              </p:cNvPr>
              <p:cNvSpPr>
                <a:spLocks noGrp="1"/>
              </p:cNvSpPr>
              <p:nvPr>
                <p:ph type="body" idx="1"/>
              </p:nvPr>
            </p:nvSpPr>
            <p:spPr/>
            <p:txBody>
              <a:bodyPr/>
              <a:lstStyle/>
              <a:p>
                <a:r>
                  <a:rPr lang="nb-NO" dirty="0"/>
                  <a:t>Lastly </a:t>
                </a:r>
                <a:r>
                  <a:rPr lang="nb-NO" dirty="0" err="1"/>
                  <a:t>we</a:t>
                </a:r>
                <a:r>
                  <a:rPr lang="nb-NO" dirty="0"/>
                  <a:t> </a:t>
                </a:r>
                <a:r>
                  <a:rPr lang="nb-NO" dirty="0" err="1"/>
                  <a:t>try</a:t>
                </a:r>
                <a:r>
                  <a:rPr lang="nb-NO" dirty="0"/>
                  <a:t> to </a:t>
                </a:r>
                <a:r>
                  <a:rPr lang="nb-NO" dirty="0" err="1"/>
                  <a:t>compare</a:t>
                </a:r>
                <a:r>
                  <a:rPr lang="nb-NO" dirty="0"/>
                  <a:t> </a:t>
                </a:r>
                <a:r>
                  <a:rPr lang="nb-NO" dirty="0" err="1"/>
                  <a:t>the</a:t>
                </a:r>
                <a:r>
                  <a:rPr lang="nb-NO" dirty="0"/>
                  <a:t> most </a:t>
                </a:r>
                <a:r>
                  <a:rPr lang="nb-NO" dirty="0" err="1"/>
                  <a:t>likely</a:t>
                </a:r>
                <a:r>
                  <a:rPr lang="nb-NO" dirty="0"/>
                  <a:t> </a:t>
                </a:r>
                <a:r>
                  <a:rPr lang="nb-NO" dirty="0" err="1"/>
                  <a:t>arrival</a:t>
                </a:r>
                <a:r>
                  <a:rPr lang="nb-NO" dirty="0"/>
                  <a:t> times </a:t>
                </a:r>
                <a:r>
                  <a:rPr lang="nb-NO" dirty="0" err="1"/>
                  <a:t>south</a:t>
                </a:r>
                <a:r>
                  <a:rPr lang="nb-NO" dirty="0"/>
                  <a:t> for </a:t>
                </a:r>
                <a:r>
                  <a:rPr lang="nb-NO" dirty="0" err="1"/>
                  <a:t>unbiased</a:t>
                </a:r>
                <a:r>
                  <a:rPr lang="nb-NO" dirty="0"/>
                  <a:t> </a:t>
                </a:r>
                <a:r>
                  <a:rPr lang="nb-NO" dirty="0" err="1"/>
                  <a:t>vs</a:t>
                </a:r>
                <a:r>
                  <a:rPr lang="nb-NO" dirty="0"/>
                  <a:t> </a:t>
                </a:r>
                <a:r>
                  <a:rPr lang="nb-NO" dirty="0" err="1"/>
                  <a:t>biased</a:t>
                </a:r>
                <a:r>
                  <a:rPr lang="nb-NO" dirty="0"/>
                  <a:t>. </a:t>
                </a:r>
                <a:r>
                  <a:rPr lang="nb-NO" dirty="0" err="1"/>
                  <a:t>We</a:t>
                </a:r>
                <a:r>
                  <a:rPr lang="nb-NO" dirty="0"/>
                  <a:t> </a:t>
                </a:r>
                <a:r>
                  <a:rPr lang="nb-NO" dirty="0" err="1"/>
                  <a:t>use</a:t>
                </a:r>
                <a:r>
                  <a:rPr lang="nb-NO" dirty="0"/>
                  <a:t> </a:t>
                </a:r>
                <a:r>
                  <a:rPr lang="nb-NO" dirty="0" err="1"/>
                  <a:t>the</a:t>
                </a:r>
                <a:r>
                  <a:rPr lang="nb-NO" dirty="0"/>
                  <a:t> mode for </a:t>
                </a:r>
                <a:r>
                  <a:rPr lang="nb-NO" dirty="0" err="1"/>
                  <a:t>the</a:t>
                </a:r>
                <a:r>
                  <a:rPr lang="nb-NO" dirty="0"/>
                  <a:t> most </a:t>
                </a:r>
                <a:r>
                  <a:rPr lang="nb-NO" dirty="0" err="1"/>
                  <a:t>likely</a:t>
                </a:r>
                <a:r>
                  <a:rPr lang="nb-NO" dirty="0"/>
                  <a:t> </a:t>
                </a:r>
                <a:r>
                  <a:rPr lang="nb-NO" dirty="0" err="1"/>
                  <a:t>arrival</a:t>
                </a:r>
                <a:r>
                  <a:rPr lang="nb-NO" dirty="0"/>
                  <a:t> times, as it </a:t>
                </a:r>
                <a:r>
                  <a:rPr lang="nb-NO" dirty="0" err="1"/>
                  <a:t>does</a:t>
                </a:r>
                <a:r>
                  <a:rPr lang="nb-NO" dirty="0"/>
                  <a:t> not make </a:t>
                </a:r>
                <a:r>
                  <a:rPr lang="nb-NO" dirty="0" err="1"/>
                  <a:t>sense</a:t>
                </a:r>
                <a:r>
                  <a:rPr lang="nb-NO" dirty="0"/>
                  <a:t> </a:t>
                </a:r>
                <a:r>
                  <a:rPr lang="nb-NO" dirty="0" err="1"/>
                  <a:t>using</a:t>
                </a:r>
                <a:r>
                  <a:rPr lang="nb-NO" dirty="0"/>
                  <a:t> </a:t>
                </a:r>
                <a:r>
                  <a:rPr lang="nb-NO" dirty="0" err="1"/>
                  <a:t>the</a:t>
                </a:r>
                <a:r>
                  <a:rPr lang="nb-NO" dirty="0"/>
                  <a:t> </a:t>
                </a:r>
                <a:r>
                  <a:rPr lang="nb-NO" dirty="0" err="1"/>
                  <a:t>mean</a:t>
                </a:r>
                <a:r>
                  <a:rPr lang="nb-NO" dirty="0"/>
                  <a:t> </a:t>
                </a:r>
                <a:r>
                  <a:rPr lang="nb-NO" dirty="0" err="1"/>
                  <a:t>when</a:t>
                </a:r>
                <a:r>
                  <a:rPr lang="nb-NO" dirty="0"/>
                  <a:t> </a:t>
                </a:r>
                <a:r>
                  <a:rPr lang="nb-NO" dirty="0" err="1"/>
                  <a:t>the</a:t>
                </a:r>
                <a:r>
                  <a:rPr lang="nb-NO" dirty="0"/>
                  <a:t> </a:t>
                </a:r>
                <a:r>
                  <a:rPr lang="nb-NO" dirty="0" err="1"/>
                  <a:t>distribution</a:t>
                </a:r>
                <a:r>
                  <a:rPr lang="nb-NO" dirty="0"/>
                  <a:t> is so </a:t>
                </a:r>
                <a:r>
                  <a:rPr lang="nb-NO" dirty="0" err="1"/>
                  <a:t>skewed</a:t>
                </a:r>
                <a:r>
                  <a:rPr lang="nb-NO" dirty="0"/>
                  <a:t> and </a:t>
                </a:r>
                <a:r>
                  <a:rPr lang="nb-NO" dirty="0" err="1"/>
                  <a:t>with</a:t>
                </a:r>
                <a:r>
                  <a:rPr lang="nb-NO" dirty="0"/>
                  <a:t> </a:t>
                </a:r>
                <a:r>
                  <a:rPr lang="nb-NO" dirty="0" err="1"/>
                  <a:t>the</a:t>
                </a:r>
                <a:r>
                  <a:rPr lang="nb-NO" dirty="0"/>
                  <a:t> </a:t>
                </a:r>
                <a:r>
                  <a:rPr lang="nb-NO" dirty="0" err="1"/>
                  <a:t>high</a:t>
                </a:r>
                <a:r>
                  <a:rPr lang="nb-NO" dirty="0"/>
                  <a:t> </a:t>
                </a:r>
                <a:r>
                  <a:rPr lang="nb-NO" dirty="0" err="1"/>
                  <a:t>variance</a:t>
                </a:r>
                <a:r>
                  <a:rPr lang="nb-NO" dirty="0"/>
                  <a:t>. </a:t>
                </a:r>
              </a:p>
              <a:p>
                <a:r>
                  <a:rPr lang="nb-NO" dirty="0" err="1"/>
                  <a:t>We</a:t>
                </a:r>
                <a:r>
                  <a:rPr lang="nb-NO" dirty="0"/>
                  <a:t> </a:t>
                </a:r>
                <a:r>
                  <a:rPr lang="nb-NO" dirty="0" err="1"/>
                  <a:t>assume</a:t>
                </a:r>
                <a:r>
                  <a:rPr lang="nb-NO" dirty="0"/>
                  <a:t> </a:t>
                </a:r>
                <a:r>
                  <a:rPr lang="nb-NO" dirty="0" err="1"/>
                  <a:t>the</a:t>
                </a:r>
                <a:r>
                  <a:rPr lang="nb-NO" dirty="0"/>
                  <a:t> </a:t>
                </a:r>
                <a:r>
                  <a:rPr lang="nb-NO" dirty="0" err="1"/>
                  <a:t>distribution</a:t>
                </a:r>
                <a:r>
                  <a:rPr lang="nb-NO" dirty="0"/>
                  <a:t> is </a:t>
                </a:r>
                <a:r>
                  <a:rPr lang="nb-NO" dirty="0" err="1"/>
                  <a:t>of</a:t>
                </a:r>
                <a:r>
                  <a:rPr lang="nb-NO" dirty="0"/>
                  <a:t> </a:t>
                </a:r>
                <a:r>
                  <a:rPr lang="nb-NO" dirty="0" err="1"/>
                  <a:t>the</a:t>
                </a:r>
                <a:r>
                  <a:rPr lang="nb-NO" dirty="0"/>
                  <a:t> same </a:t>
                </a:r>
                <a:r>
                  <a:rPr lang="nb-NO" dirty="0" err="1"/>
                  <a:t>characteristics</a:t>
                </a:r>
                <a:r>
                  <a:rPr lang="nb-NO" dirty="0"/>
                  <a:t> as </a:t>
                </a:r>
                <a:r>
                  <a:rPr lang="nb-NO" dirty="0" err="1"/>
                  <a:t>the</a:t>
                </a:r>
                <a:r>
                  <a:rPr lang="nb-NO" dirty="0"/>
                  <a:t> first </a:t>
                </a:r>
                <a:r>
                  <a:rPr lang="nb-NO" dirty="0" err="1"/>
                  <a:t>unbiased</a:t>
                </a:r>
                <a:r>
                  <a:rPr lang="nb-NO" dirty="0"/>
                  <a:t> random </a:t>
                </a:r>
                <a:r>
                  <a:rPr lang="nb-NO" dirty="0" err="1"/>
                  <a:t>walk</a:t>
                </a:r>
                <a:r>
                  <a:rPr lang="nb-NO" dirty="0"/>
                  <a:t>, just </a:t>
                </a:r>
                <a:r>
                  <a:rPr lang="nb-NO" dirty="0" err="1"/>
                  <a:t>that</a:t>
                </a:r>
                <a:r>
                  <a:rPr lang="nb-NO" dirty="0"/>
                  <a:t> it is </a:t>
                </a:r>
                <a:r>
                  <a:rPr lang="nb-NO" dirty="0" err="1"/>
                  <a:t>way</a:t>
                </a:r>
                <a:r>
                  <a:rPr lang="nb-NO" dirty="0"/>
                  <a:t> more </a:t>
                </a:r>
                <a:r>
                  <a:rPr lang="nb-NO" dirty="0" err="1"/>
                  <a:t>spread</a:t>
                </a:r>
                <a:r>
                  <a:rPr lang="nb-NO" dirty="0"/>
                  <a:t> </a:t>
                </a:r>
                <a:r>
                  <a:rPr lang="nb-NO" dirty="0" err="1"/>
                  <a:t>out</a:t>
                </a:r>
                <a:r>
                  <a:rPr lang="nb-NO" dirty="0"/>
                  <a:t>. </a:t>
                </a:r>
                <a:r>
                  <a:rPr lang="nb-NO" dirty="0" err="1"/>
                  <a:t>We</a:t>
                </a:r>
                <a:r>
                  <a:rPr lang="nb-NO" dirty="0"/>
                  <a:t> </a:t>
                </a:r>
                <a:r>
                  <a:rPr lang="nb-NO" dirty="0" err="1"/>
                  <a:t>also</a:t>
                </a:r>
                <a:r>
                  <a:rPr lang="nb-NO" dirty="0"/>
                  <a:t> </a:t>
                </a:r>
                <a:r>
                  <a:rPr lang="nb-NO" dirty="0" err="1"/>
                  <a:t>assume</a:t>
                </a:r>
                <a:r>
                  <a:rPr lang="nb-NO" dirty="0"/>
                  <a:t> </a:t>
                </a:r>
                <a:r>
                  <a:rPr lang="nb-NO" dirty="0" err="1"/>
                  <a:t>that</a:t>
                </a:r>
                <a:r>
                  <a:rPr lang="nb-NO" dirty="0"/>
                  <a:t> it has an </a:t>
                </a:r>
                <a:r>
                  <a:rPr lang="nb-NO" dirty="0" err="1"/>
                  <a:t>early</a:t>
                </a:r>
                <a:r>
                  <a:rPr lang="nb-NO" dirty="0"/>
                  <a:t> </a:t>
                </a:r>
                <a:r>
                  <a:rPr lang="nb-NO" dirty="0" err="1"/>
                  <a:t>peak</a:t>
                </a:r>
                <a:r>
                  <a:rPr lang="nb-NO" dirty="0"/>
                  <a:t> as </a:t>
                </a:r>
                <a:r>
                  <a:rPr lang="nb-NO" dirty="0" err="1"/>
                  <a:t>that</a:t>
                </a:r>
                <a:r>
                  <a:rPr lang="nb-NO" dirty="0"/>
                  <a:t> </a:t>
                </a:r>
                <a:r>
                  <a:rPr lang="nb-NO" dirty="0" err="1"/>
                  <a:t>distribution</a:t>
                </a:r>
                <a:r>
                  <a:rPr lang="nb-NO" dirty="0"/>
                  <a:t> </a:t>
                </a:r>
                <a:r>
                  <a:rPr lang="nb-NO" dirty="0" err="1"/>
                  <a:t>also</a:t>
                </a:r>
                <a:r>
                  <a:rPr lang="nb-NO" dirty="0"/>
                  <a:t> has.</a:t>
                </a:r>
              </a:p>
              <a:p>
                <a:r>
                  <a:rPr lang="nb-NO" dirty="0"/>
                  <a:t>To make it </a:t>
                </a:r>
                <a:r>
                  <a:rPr lang="nb-NO" dirty="0" err="1"/>
                  <a:t>computationally</a:t>
                </a:r>
                <a:r>
                  <a:rPr lang="nb-NO" dirty="0"/>
                  <a:t> </a:t>
                </a:r>
                <a:r>
                  <a:rPr lang="nb-NO" dirty="0" err="1"/>
                  <a:t>easier</a:t>
                </a:r>
                <a:r>
                  <a:rPr lang="nb-NO" dirty="0"/>
                  <a:t> </a:t>
                </a:r>
                <a:r>
                  <a:rPr lang="nb-NO" dirty="0" err="1"/>
                  <a:t>we</a:t>
                </a:r>
                <a:r>
                  <a:rPr lang="nb-NO" dirty="0"/>
                  <a:t> run </a:t>
                </a:r>
                <a:r>
                  <a:rPr lang="nb-NO" dirty="0" err="1"/>
                  <a:t>the</a:t>
                </a:r>
                <a:r>
                  <a:rPr lang="nb-NO" dirty="0"/>
                  <a:t> </a:t>
                </a:r>
                <a:r>
                  <a:rPr lang="nb-NO" dirty="0" err="1"/>
                  <a:t>simulation</a:t>
                </a:r>
                <a:r>
                  <a:rPr lang="nb-NO" dirty="0"/>
                  <a:t> </a:t>
                </a:r>
                <a:r>
                  <a:rPr lang="nb-NO" dirty="0" err="1"/>
                  <a:t>two</a:t>
                </a:r>
                <a:r>
                  <a:rPr lang="nb-NO" dirty="0"/>
                  <a:t> times, </a:t>
                </a:r>
                <a:r>
                  <a:rPr lang="nb-NO" dirty="0" err="1"/>
                  <a:t>where</a:t>
                </a:r>
                <a:r>
                  <a:rPr lang="nb-NO" dirty="0"/>
                  <a:t> </a:t>
                </a:r>
                <a:r>
                  <a:rPr lang="nb-NO" dirty="0" err="1"/>
                  <a:t>we</a:t>
                </a:r>
                <a:r>
                  <a:rPr lang="nb-NO" dirty="0"/>
                  <a:t> stop </a:t>
                </a:r>
                <a:r>
                  <a:rPr lang="nb-NO" dirty="0" err="1"/>
                  <a:t>the</a:t>
                </a:r>
                <a:r>
                  <a:rPr lang="nb-NO" dirty="0"/>
                  <a:t> </a:t>
                </a:r>
                <a:r>
                  <a:rPr lang="nb-NO" dirty="0" err="1"/>
                  <a:t>simulation</a:t>
                </a:r>
                <a:r>
                  <a:rPr lang="nb-NO" dirty="0"/>
                  <a:t> first at </a:t>
                </a:r>
                <a:r>
                  <a:rPr lang="nb-NO" b="0" i="0">
                    <a:latin typeface="Cambria Math" panose="02040503050406030204" pitchFamily="18" charset="0"/>
                  </a:rPr>
                  <a:t>10^7</a:t>
                </a:r>
                <a:r>
                  <a:rPr lang="en-US" dirty="0"/>
                  <a:t> to find around</a:t>
                </a:r>
                <a:r>
                  <a:rPr lang="en-US" baseline="0" dirty="0"/>
                  <a:t> what point the peak is</a:t>
                </a:r>
                <a:r>
                  <a:rPr lang="en-US" dirty="0"/>
                  <a:t>, and the second time at </a:t>
                </a:r>
                <a:r>
                  <a:rPr lang="nb-NO" b="0" i="0">
                    <a:latin typeface="Cambria Math" panose="02040503050406030204" pitchFamily="18" charset="0"/>
                  </a:rPr>
                  <a:t>2,5⋅10^6</a:t>
                </a:r>
                <a:r>
                  <a:rPr lang="en-US" dirty="0"/>
                  <a:t>. The first plot has a large value at </a:t>
                </a:r>
                <a:r>
                  <a:rPr lang="nb-NO" b="0" i="0">
                    <a:latin typeface="Cambria Math" panose="02040503050406030204" pitchFamily="18" charset="0"/>
                  </a:rPr>
                  <a:t>10^7</a:t>
                </a:r>
                <a:r>
                  <a:rPr lang="en-US" dirty="0"/>
                  <a:t> because</a:t>
                </a:r>
                <a:r>
                  <a:rPr lang="en-US" baseline="0" dirty="0"/>
                  <a:t> this is where we stop the simulations. </a:t>
                </a:r>
                <a:r>
                  <a:rPr lang="en-US" dirty="0"/>
                  <a:t>We can see from the plots that the peak is not easily</a:t>
                </a:r>
                <a:r>
                  <a:rPr lang="en-US" baseline="0" dirty="0"/>
                  <a:t> defined, but we approximate it to be around 7,5 million years. We can also read from the plots that the peak is very low compared to the full distribution, indicating that the spread is very wide.</a:t>
                </a:r>
                <a:endParaRPr lang="en-US" dirty="0"/>
              </a:p>
            </p:txBody>
          </p:sp>
        </mc:Fallback>
      </mc:AlternateContent>
      <p:sp>
        <p:nvSpPr>
          <p:cNvPr id="4" name="Plassholder for lysbildenummer 3">
            <a:extLst>
              <a:ext uri="{FF2B5EF4-FFF2-40B4-BE49-F238E27FC236}">
                <a16:creationId xmlns:a16="http://schemas.microsoft.com/office/drawing/2014/main" id="{1846D05C-775D-8566-ED42-92BB8F140DC7}"/>
              </a:ext>
            </a:extLst>
          </p:cNvPr>
          <p:cNvSpPr>
            <a:spLocks noGrp="1"/>
          </p:cNvSpPr>
          <p:nvPr>
            <p:ph type="sldNum" sz="quarter" idx="5"/>
          </p:nvPr>
        </p:nvSpPr>
        <p:spPr/>
        <p:txBody>
          <a:bodyPr/>
          <a:lstStyle/>
          <a:p>
            <a:fld id="{F7A439AA-4617-4627-B5F6-FFD7862B74B0}" type="slidenum">
              <a:rPr lang="en-US" smtClean="0"/>
              <a:t>22</a:t>
            </a:fld>
            <a:endParaRPr lang="en-US"/>
          </a:p>
        </p:txBody>
      </p:sp>
    </p:spTree>
    <p:extLst>
      <p:ext uri="{BB962C8B-B14F-4D97-AF65-F5344CB8AC3E}">
        <p14:creationId xmlns:p14="http://schemas.microsoft.com/office/powerpoint/2010/main" val="3430043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sz="1200" b="0" i="0" kern="1200" dirty="0">
                <a:solidFill>
                  <a:schemeClr val="tx1"/>
                </a:solidFill>
                <a:effectLst/>
                <a:latin typeface="+mn-lt"/>
                <a:ea typeface="+mn-ea"/>
                <a:cs typeface="+mn-cs"/>
              </a:rPr>
              <a:t>Based on the simulated arrival times, the unbiased random walk has the most likely arrival time to the 10km boundary approximately 100 times more than the biased walk. This does not even account for the enormous variation in the arrival times and low probability of early arrival of the unbiased walk compared to the biased walk. We see that all biased arrivals occur in less than 7000 years , while the unbiased walk has almost half the arrival times above 10 million years. These arrival times would also be spread out a lot reaching very large values for the unbiased random walk.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simulations illustrate how directional groundwater flow strongly increases contaminant transport speed. In a real aquifer, a hydraulic gradient or pumping well would create this type of bias, dramatically increasing contamination risk downstream. In contrast, purely diffusive transport without flow would pose little risk on engineering timescales.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practical terms, the biased walk represents advective transport driven by flow, where contaminants consistently migrate in one direction and reach the boundary on a predictable timescale. In contrast, the unbiased walk represents more diffusive behavior, where boundary crossings are rare, extremely delayed, and dominated by random fluctuations. Therefore, contamination risk is dramatically higher in the biased case.</a:t>
            </a: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23</a:t>
            </a:fld>
            <a:endParaRPr lang="en-US"/>
          </a:p>
        </p:txBody>
      </p:sp>
    </p:spTree>
    <p:extLst>
      <p:ext uri="{BB962C8B-B14F-4D97-AF65-F5344CB8AC3E}">
        <p14:creationId xmlns:p14="http://schemas.microsoft.com/office/powerpoint/2010/main" val="1549985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r>
              <a:rPr lang="en-US" sz="1200" b="0" i="0" kern="1200" dirty="0">
                <a:solidFill>
                  <a:schemeClr val="tx1"/>
                </a:solidFill>
                <a:effectLst/>
                <a:latin typeface="+mn-lt"/>
                <a:ea typeface="+mn-ea"/>
                <a:cs typeface="+mn-cs"/>
              </a:rPr>
              <a:t>The simulations show that for simple systems, the Monte Carlo methods reproduce deterministic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on average while also revealing how uncertainty evolves in time and space. For the single tank, the mean concentration followed the analytical exponential decay almost exactly, and the standard deviation behaved as expected. In the three-tank system, the mean and variability shifted downstream, demonstrating how uncertainty spreads through interconnected tanks. While deterministic ODE predictions aligned closely with the Monte Carlo mean curves, they failed to capture the complexity introduced by variable parameters for the three-tank system.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2D aquifer model showed much stronger effects of randomness. Unbiased random walks produced broad spreading and extremely long arrival times (on the order of one million years), while introducing a directional bias reduced arrival times by more than two orders of magnitude. These results show how stochastic simulations capture both average </a:t>
            </a:r>
            <a:r>
              <a:rPr lang="en-US" sz="1200" b="0" i="0" kern="1200" dirty="0" err="1">
                <a:solidFill>
                  <a:schemeClr val="tx1"/>
                </a:solidFill>
                <a:effectLst/>
                <a:latin typeface="+mn-lt"/>
                <a:ea typeface="+mn-ea"/>
                <a:cs typeface="+mn-cs"/>
              </a:rPr>
              <a:t>behaviour</a:t>
            </a:r>
            <a:r>
              <a:rPr lang="en-US" sz="1200" b="0" i="0" kern="1200" dirty="0">
                <a:solidFill>
                  <a:schemeClr val="tx1"/>
                </a:solidFill>
                <a:effectLst/>
                <a:latin typeface="+mn-lt"/>
                <a:ea typeface="+mn-ea"/>
                <a:cs typeface="+mn-cs"/>
              </a:rPr>
              <a:t> and the range of possible outcomes, making them valuable tools when system parameters or transport paths are uncertain.</a:t>
            </a:r>
          </a:p>
          <a:p>
            <a:pPr marL="171450" indent="-171450">
              <a:buFont typeface="Arial" panose="020B0604020202020204" pitchFamily="34" charset="0"/>
              <a:buChar char="•"/>
            </a:pPr>
            <a:endParaRPr lang="en-US" dirty="0"/>
          </a:p>
        </p:txBody>
      </p:sp>
      <p:sp>
        <p:nvSpPr>
          <p:cNvPr id="4" name="Plassholder for lysbildenummer 3"/>
          <p:cNvSpPr>
            <a:spLocks noGrp="1"/>
          </p:cNvSpPr>
          <p:nvPr>
            <p:ph type="sldNum" sz="quarter" idx="5"/>
          </p:nvPr>
        </p:nvSpPr>
        <p:spPr/>
        <p:txBody>
          <a:bodyPr/>
          <a:lstStyle/>
          <a:p>
            <a:fld id="{F7A439AA-4617-4627-B5F6-FFD7862B74B0}" type="slidenum">
              <a:rPr lang="en-US" smtClean="0"/>
              <a:t>24</a:t>
            </a:fld>
            <a:endParaRPr lang="en-US"/>
          </a:p>
        </p:txBody>
      </p:sp>
    </p:spTree>
    <p:extLst>
      <p:ext uri="{BB962C8B-B14F-4D97-AF65-F5344CB8AC3E}">
        <p14:creationId xmlns:p14="http://schemas.microsoft.com/office/powerpoint/2010/main" val="36657148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4B1EFC7-1B3C-4B0F-AFC7-781CD6B4747D}" type="datetime1">
              <a:rPr lang="en-US" smtClean="0"/>
              <a:t>12/10/2025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35407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BFADE27B-BC99-4A0A-BCFD-ED0A267D9D51}" type="datetime1">
              <a:rPr lang="en-US" smtClean="0"/>
              <a:t>12/10/2025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567051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77062175-7B16-402E-9E2A-82AFC18A8DE6}" type="datetime1">
              <a:rPr lang="en-US" smtClean="0"/>
              <a:t>12/10/2025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27776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46B8267C-7252-40EA-A643-356AD4037C13}" type="datetime1">
              <a:rPr lang="en-US" smtClean="0"/>
              <a:t>12/10/2025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508016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E93C845-5CAB-4C98-B308-7DC64DC94442}" type="datetime1">
              <a:rPr lang="en-US" smtClean="0"/>
              <a:t>12/10/2025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85423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C27C57F5-CCCF-4169-9887-C85A6A4A9305}" type="datetime1">
              <a:rPr lang="en-US" smtClean="0"/>
              <a:t>12/10/2025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6196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F8C0A02F-ABD3-4941-934D-1D1C21EA3D08}" type="datetime1">
              <a:rPr lang="en-US" smtClean="0"/>
              <a:t>12/10/2025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3762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68FC8457-5E11-4F74-9E39-A700DF498CFF}" type="datetime1">
              <a:rPr lang="en-US" smtClean="0"/>
              <a:t>12/10/2025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05196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22796D06-1C8D-4B9D-9720-486DA66A489C}" type="datetime1">
              <a:rPr lang="en-US" smtClean="0"/>
              <a:t>12/10/2025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436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45A36719-8640-4027-924D-33E828541D99}" type="datetime1">
              <a:rPr lang="en-US" smtClean="0"/>
              <a:t>12/10/2025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434708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BF978F77-05EF-4003-8D2E-60226B47138D}" type="datetime1">
              <a:rPr lang="en-US" smtClean="0"/>
              <a:t>12/10/2025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8517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12/9/2025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50605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B8CF3C04-353E-43C9-BC6F-8427A61ACD27}" type="datetime1">
              <a:rPr lang="en-US" smtClean="0"/>
              <a:t>12/10/2025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kstSylinder 7">
            <a:extLst>
              <a:ext uri="{FF2B5EF4-FFF2-40B4-BE49-F238E27FC236}">
                <a16:creationId xmlns:a16="http://schemas.microsoft.com/office/drawing/2014/main" id="{20D6977A-2BC9-810F-50A5-2840DD0D6E96}"/>
              </a:ext>
            </a:extLst>
          </p:cNvPr>
          <p:cNvSpPr txBox="1"/>
          <p:nvPr userDrawn="1">
            <p:extLst>
              <p:ext uri="{1162E1C5-73C7-4A58-AE30-91384D911F3F}">
                <p184:classification xmlns:p184="http://schemas.microsoft.com/office/powerpoint/2018/4/main" val="ftr"/>
              </p:ext>
            </p:extLst>
          </p:nvPr>
        </p:nvSpPr>
        <p:spPr>
          <a:xfrm>
            <a:off x="63500" y="6672580"/>
            <a:ext cx="817563"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Sensitivity: Internal</a:t>
            </a:r>
          </a:p>
        </p:txBody>
      </p:sp>
    </p:spTree>
    <p:extLst>
      <p:ext uri="{BB962C8B-B14F-4D97-AF65-F5344CB8AC3E}">
        <p14:creationId xmlns:p14="http://schemas.microsoft.com/office/powerpoint/2010/main" val="3921611159"/>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 id="2147483736" r:id="rId12"/>
  </p:sldLayoutIdLst>
  <p:hf hdr="0" ftr="0" dt="0"/>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4665F997-7BA8-D1AE-21E3-8A66EB7AC7E3}"/>
              </a:ext>
            </a:extLst>
          </p:cNvPr>
          <p:cNvSpPr>
            <a:spLocks noGrp="1"/>
          </p:cNvSpPr>
          <p:nvPr>
            <p:ph type="ctrTitle"/>
          </p:nvPr>
        </p:nvSpPr>
        <p:spPr>
          <a:xfrm>
            <a:off x="1044515" y="1076635"/>
            <a:ext cx="4155281" cy="3495365"/>
          </a:xfrm>
        </p:spPr>
        <p:txBody>
          <a:bodyPr anchor="t">
            <a:normAutofit/>
          </a:bodyPr>
          <a:lstStyle/>
          <a:p>
            <a:r>
              <a:rPr lang="en-US" sz="4000" dirty="0"/>
              <a:t>Project 4 – Monte </a:t>
            </a:r>
            <a:r>
              <a:rPr lang="en-US" sz="4000" dirty="0" err="1"/>
              <a:t>carlo</a:t>
            </a:r>
            <a:endParaRPr lang="en-US" sz="4000" dirty="0"/>
          </a:p>
        </p:txBody>
      </p:sp>
      <p:sp>
        <p:nvSpPr>
          <p:cNvPr id="3" name="Undertittel 2">
            <a:extLst>
              <a:ext uri="{FF2B5EF4-FFF2-40B4-BE49-F238E27FC236}">
                <a16:creationId xmlns:a16="http://schemas.microsoft.com/office/drawing/2014/main" id="{60469092-CE1F-BFB3-CC73-F735F18586D4}"/>
              </a:ext>
            </a:extLst>
          </p:cNvPr>
          <p:cNvSpPr>
            <a:spLocks noGrp="1"/>
          </p:cNvSpPr>
          <p:nvPr>
            <p:ph type="subTitle" idx="1"/>
          </p:nvPr>
        </p:nvSpPr>
        <p:spPr>
          <a:xfrm>
            <a:off x="1090940" y="4525682"/>
            <a:ext cx="3638358" cy="1318124"/>
          </a:xfrm>
        </p:spPr>
        <p:txBody>
          <a:bodyPr anchor="b">
            <a:normAutofit/>
          </a:bodyPr>
          <a:lstStyle/>
          <a:p>
            <a:r>
              <a:rPr lang="en-US" dirty="0"/>
              <a:t>Malvin </a:t>
            </a:r>
            <a:r>
              <a:rPr lang="en-US" dirty="0" err="1"/>
              <a:t>Varpe</a:t>
            </a:r>
            <a:r>
              <a:rPr lang="en-US" dirty="0"/>
              <a:t> &amp; </a:t>
            </a:r>
            <a:br>
              <a:rPr lang="en-US" dirty="0"/>
            </a:br>
            <a:r>
              <a:rPr lang="en-US" dirty="0"/>
              <a:t>Torgrim Odde</a:t>
            </a:r>
          </a:p>
        </p:txBody>
      </p:sp>
      <p:cxnSp>
        <p:nvCxnSpPr>
          <p:cNvPr id="16"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3" descr="Hvit struktur">
            <a:extLst>
              <a:ext uri="{FF2B5EF4-FFF2-40B4-BE49-F238E27FC236}">
                <a16:creationId xmlns:a16="http://schemas.microsoft.com/office/drawing/2014/main" id="{36F57848-66CA-2942-B675-DFAE15E48D77}"/>
              </a:ext>
            </a:extLst>
          </p:cNvPr>
          <p:cNvPicPr>
            <a:picLocks noChangeAspect="1"/>
          </p:cNvPicPr>
          <p:nvPr/>
        </p:nvPicPr>
        <p:blipFill>
          <a:blip r:embed="rId3"/>
          <a:srcRect l="1071" r="26742"/>
          <a:stretch>
            <a:fillRect/>
          </a:stretch>
        </p:blipFill>
        <p:spPr>
          <a:xfrm>
            <a:off x="5524500" y="1"/>
            <a:ext cx="6667501" cy="6857999"/>
          </a:xfrm>
          <a:prstGeom prst="rect">
            <a:avLst/>
          </a:prstGeom>
        </p:spPr>
      </p:pic>
      <p:sp>
        <p:nvSpPr>
          <p:cNvPr id="5" name="Plassholder for lysbildenummer 4">
            <a:extLst>
              <a:ext uri="{FF2B5EF4-FFF2-40B4-BE49-F238E27FC236}">
                <a16:creationId xmlns:a16="http://schemas.microsoft.com/office/drawing/2014/main" id="{45F2A5A8-881A-55B0-AF64-C67B449D9B96}"/>
              </a:ext>
            </a:extLst>
          </p:cNvPr>
          <p:cNvSpPr>
            <a:spLocks noGrp="1"/>
          </p:cNvSpPr>
          <p:nvPr>
            <p:ph type="sldNum" sz="quarter" idx="12"/>
          </p:nvPr>
        </p:nvSpPr>
        <p:spPr/>
        <p:txBody>
          <a:bodyPr/>
          <a:lstStyle/>
          <a:p>
            <a:fld id="{719D7796-F675-488F-AC46-C88938C80352}" type="slidenum">
              <a:rPr lang="en-US" smtClean="0"/>
              <a:t>1</a:t>
            </a:fld>
            <a:endParaRPr lang="en-US"/>
          </a:p>
        </p:txBody>
      </p:sp>
    </p:spTree>
    <p:extLst>
      <p:ext uri="{BB962C8B-B14F-4D97-AF65-F5344CB8AC3E}">
        <p14:creationId xmlns:p14="http://schemas.microsoft.com/office/powerpoint/2010/main" val="974668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E9E7E2E7-45DB-F5D7-BBC9-1877FF3CFD57}"/>
              </a:ext>
            </a:extLst>
          </p:cNvPr>
          <p:cNvSpPr>
            <a:spLocks noGrp="1"/>
          </p:cNvSpPr>
          <p:nvPr>
            <p:ph type="title"/>
          </p:nvPr>
        </p:nvSpPr>
        <p:spPr/>
        <p:txBody>
          <a:bodyPr/>
          <a:lstStyle/>
          <a:p>
            <a:r>
              <a:rPr lang="en-US" dirty="0"/>
              <a:t>Agenda</a:t>
            </a:r>
          </a:p>
        </p:txBody>
      </p:sp>
      <p:sp>
        <p:nvSpPr>
          <p:cNvPr id="3" name="Plassholder for innhold 2">
            <a:extLst>
              <a:ext uri="{FF2B5EF4-FFF2-40B4-BE49-F238E27FC236}">
                <a16:creationId xmlns:a16="http://schemas.microsoft.com/office/drawing/2014/main" id="{B23252EE-EC5F-074F-DA44-2F7D4EEB4860}"/>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t>Governing Theory</a:t>
            </a:r>
          </a:p>
          <a:p>
            <a:pPr>
              <a:buFont typeface="Arial" panose="020B0604020202020204" pitchFamily="34" charset="0"/>
              <a:buChar char="•"/>
            </a:pPr>
            <a:r>
              <a:rPr lang="en-US" dirty="0"/>
              <a:t>Monte Carlo Mixing Tanks</a:t>
            </a:r>
          </a:p>
          <a:p>
            <a:pPr lvl="1">
              <a:buFont typeface="Arial" panose="020B0604020202020204" pitchFamily="34" charset="0"/>
              <a:buChar char="•"/>
            </a:pPr>
            <a:r>
              <a:rPr lang="en-US" dirty="0"/>
              <a:t>Option 1 – Fixed Parameters</a:t>
            </a:r>
          </a:p>
          <a:p>
            <a:pPr lvl="1">
              <a:buFont typeface="Arial" panose="020B0604020202020204" pitchFamily="34" charset="0"/>
              <a:buChar char="•"/>
            </a:pPr>
            <a:r>
              <a:rPr lang="en-US" dirty="0"/>
              <a:t>Option 2 – Time Varying Parameters</a:t>
            </a:r>
          </a:p>
          <a:p>
            <a:pPr>
              <a:buFont typeface="Arial" panose="020B0604020202020204" pitchFamily="34" charset="0"/>
              <a:buChar char="•"/>
            </a:pPr>
            <a:r>
              <a:rPr lang="en-US" dirty="0"/>
              <a:t>Validation Against ODE</a:t>
            </a:r>
          </a:p>
          <a:p>
            <a:pPr>
              <a:buFont typeface="Arial" panose="020B0604020202020204" pitchFamily="34" charset="0"/>
              <a:buChar char="•"/>
            </a:pPr>
            <a:r>
              <a:rPr lang="en-US" dirty="0"/>
              <a:t>Random Walk In Aquifers</a:t>
            </a:r>
          </a:p>
          <a:p>
            <a:pPr lvl="1">
              <a:buFont typeface="Arial" panose="020B0604020202020204" pitchFamily="34" charset="0"/>
              <a:buChar char="•"/>
            </a:pPr>
            <a:r>
              <a:rPr lang="en-US" dirty="0"/>
              <a:t>Unbiased vs Biased</a:t>
            </a:r>
          </a:p>
          <a:p>
            <a:pPr lvl="1">
              <a:buFont typeface="Arial" panose="020B0604020202020204" pitchFamily="34" charset="0"/>
              <a:buChar char="•"/>
            </a:pPr>
            <a:r>
              <a:rPr lang="en-US" dirty="0"/>
              <a:t>Risk Assessment</a:t>
            </a:r>
          </a:p>
          <a:p>
            <a:pPr>
              <a:buFont typeface="Arial" panose="020B0604020202020204" pitchFamily="34" charset="0"/>
              <a:buChar char="•"/>
            </a:pPr>
            <a:r>
              <a:rPr lang="en-US" dirty="0"/>
              <a:t>Conclusions &amp; Learning Outcomes</a:t>
            </a:r>
          </a:p>
        </p:txBody>
      </p:sp>
      <p:sp>
        <p:nvSpPr>
          <p:cNvPr id="4" name="Plassholder for lysbildenummer 3">
            <a:extLst>
              <a:ext uri="{FF2B5EF4-FFF2-40B4-BE49-F238E27FC236}">
                <a16:creationId xmlns:a16="http://schemas.microsoft.com/office/drawing/2014/main" id="{DFCCDC10-7C6D-CD0D-CB58-21012291DE33}"/>
              </a:ext>
            </a:extLst>
          </p:cNvPr>
          <p:cNvSpPr>
            <a:spLocks noGrp="1"/>
          </p:cNvSpPr>
          <p:nvPr>
            <p:ph type="sldNum" sz="quarter" idx="12"/>
          </p:nvPr>
        </p:nvSpPr>
        <p:spPr/>
        <p:txBody>
          <a:bodyPr/>
          <a:lstStyle/>
          <a:p>
            <a:fld id="{719D7796-F675-488F-AC46-C88938C80352}" type="slidenum">
              <a:rPr lang="en-US" smtClean="0"/>
              <a:t>2</a:t>
            </a:fld>
            <a:endParaRPr lang="en-US"/>
          </a:p>
        </p:txBody>
      </p:sp>
    </p:spTree>
    <p:extLst>
      <p:ext uri="{BB962C8B-B14F-4D97-AF65-F5344CB8AC3E}">
        <p14:creationId xmlns:p14="http://schemas.microsoft.com/office/powerpoint/2010/main" val="475410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E988F04-0BFD-A8D8-12D1-141D2AD43ACC}"/>
              </a:ext>
            </a:extLst>
          </p:cNvPr>
          <p:cNvSpPr>
            <a:spLocks noGrp="1"/>
          </p:cNvSpPr>
          <p:nvPr>
            <p:ph type="title"/>
          </p:nvPr>
        </p:nvSpPr>
        <p:spPr/>
        <p:txBody>
          <a:bodyPr/>
          <a:lstStyle/>
          <a:p>
            <a:r>
              <a:rPr lang="en-US" dirty="0"/>
              <a:t>Governing Theory</a:t>
            </a:r>
          </a:p>
        </p:txBody>
      </p:sp>
      <mc:AlternateContent xmlns:mc="http://schemas.openxmlformats.org/markup-compatibility/2006" xmlns:a14="http://schemas.microsoft.com/office/drawing/2010/main">
        <mc:Choice Requires="a14">
          <p:sp>
            <p:nvSpPr>
              <p:cNvPr id="3" name="Plassholder for innhold 2">
                <a:extLst>
                  <a:ext uri="{FF2B5EF4-FFF2-40B4-BE49-F238E27FC236}">
                    <a16:creationId xmlns:a16="http://schemas.microsoft.com/office/drawing/2014/main" id="{FA87EBFE-09AD-23FF-96FB-1C0BD372F3D1}"/>
                  </a:ext>
                </a:extLst>
              </p:cNvPr>
              <p:cNvSpPr>
                <a:spLocks noGrp="1"/>
              </p:cNvSpPr>
              <p:nvPr>
                <p:ph idx="1"/>
              </p:nvPr>
            </p:nvSpPr>
            <p:spPr/>
            <p:txBody>
              <a:bodyPr/>
              <a:lstStyle/>
              <a:p>
                <a:pPr>
                  <a:buFont typeface="Arial" panose="020B0604020202020204" pitchFamily="34" charset="0"/>
                  <a:buChar char="•"/>
                </a:pPr>
                <a:r>
                  <a:rPr lang="en-US" dirty="0"/>
                  <a:t>Single Tank Equation:</a:t>
                </a:r>
              </a:p>
              <a:p>
                <a:pPr marL="0" indent="0">
                  <a:buNone/>
                </a:pPr>
                <a:r>
                  <a:rPr lang="en-US" dirty="0"/>
                  <a:t>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𝑑𝐶</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𝑖𝑛</m:t>
                            </m:r>
                          </m:sub>
                        </m:sSub>
                      </m:num>
                      <m:den>
                        <m:r>
                          <a:rPr lang="en-US" b="0" i="1" smtClean="0">
                            <a:latin typeface="Cambria Math" panose="02040503050406030204" pitchFamily="18" charset="0"/>
                          </a:rPr>
                          <m:t>𝑉</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𝑜𝑢𝑡</m:t>
                            </m:r>
                          </m:sub>
                        </m:sSub>
                      </m:num>
                      <m:den>
                        <m:r>
                          <a:rPr lang="en-US" b="0" i="1" smtClean="0">
                            <a:latin typeface="Cambria Math" panose="02040503050406030204" pitchFamily="18" charset="0"/>
                          </a:rPr>
                          <m:t>𝑉</m:t>
                        </m:r>
                      </m:den>
                    </m:f>
                    <m:r>
                      <a:rPr lang="en-US" b="0" i="1" smtClean="0">
                        <a:latin typeface="Cambria Math" panose="02040503050406030204" pitchFamily="18" charset="0"/>
                      </a:rPr>
                      <m:t>𝐶</m:t>
                    </m:r>
                  </m:oMath>
                </a14:m>
                <a:endParaRPr lang="en-US" dirty="0"/>
              </a:p>
              <a:p>
                <a:pPr>
                  <a:buFont typeface="Arial" panose="020B0604020202020204" pitchFamily="34" charset="0"/>
                  <a:buChar char="•"/>
                </a:pPr>
                <a:r>
                  <a:rPr lang="en-US" dirty="0"/>
                  <a:t>Analytical solution: </a:t>
                </a:r>
              </a:p>
              <a:p>
                <a:pPr marL="0" indent="0">
                  <a:buNone/>
                </a:pPr>
                <a:r>
                  <a:rPr lang="en-US" b="0" dirty="0"/>
                  <a:t>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𝑠𝑠</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𝑠𝑠</m:t>
                            </m:r>
                          </m:sub>
                        </m:sSub>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𝑄𝑡</m:t>
                            </m:r>
                          </m:num>
                          <m:den>
                            <m:r>
                              <a:rPr lang="en-US" b="0" i="1" smtClean="0">
                                <a:latin typeface="Cambria Math" panose="02040503050406030204" pitchFamily="18" charset="0"/>
                              </a:rPr>
                              <m:t>𝑉</m:t>
                            </m:r>
                          </m:den>
                        </m:f>
                      </m:sup>
                    </m:sSup>
                  </m:oMath>
                </a14:m>
                <a:endParaRPr lang="en-US" dirty="0"/>
              </a:p>
            </p:txBody>
          </p:sp>
        </mc:Choice>
        <mc:Fallback xmlns="">
          <p:sp>
            <p:nvSpPr>
              <p:cNvPr id="3" name="Plassholder for innhold 2">
                <a:extLst>
                  <a:ext uri="{FF2B5EF4-FFF2-40B4-BE49-F238E27FC236}">
                    <a16:creationId xmlns:a16="http://schemas.microsoft.com/office/drawing/2014/main" id="{FA87EBFE-09AD-23FF-96FB-1C0BD372F3D1}"/>
                  </a:ext>
                </a:extLst>
              </p:cNvPr>
              <p:cNvSpPr>
                <a:spLocks noGrp="1" noRot="1" noChangeAspect="1" noMove="1" noResize="1" noEditPoints="1" noAdjustHandles="1" noChangeArrowheads="1" noChangeShapeType="1" noTextEdit="1"/>
              </p:cNvSpPr>
              <p:nvPr>
                <p:ph idx="1"/>
              </p:nvPr>
            </p:nvSpPr>
            <p:spPr>
              <a:blipFill>
                <a:blip r:embed="rId3"/>
                <a:stretch>
                  <a:fillRect l="-430"/>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4697AADB-5456-4C0F-95D7-2E80574C8F56}"/>
              </a:ext>
            </a:extLst>
          </p:cNvPr>
          <p:cNvSpPr>
            <a:spLocks noGrp="1"/>
          </p:cNvSpPr>
          <p:nvPr>
            <p:ph type="sldNum" sz="quarter" idx="12"/>
          </p:nvPr>
        </p:nvSpPr>
        <p:spPr/>
        <p:txBody>
          <a:bodyPr/>
          <a:lstStyle/>
          <a:p>
            <a:fld id="{719D7796-F675-488F-AC46-C88938C80352}" type="slidenum">
              <a:rPr lang="en-US" smtClean="0"/>
              <a:t>3</a:t>
            </a:fld>
            <a:endParaRPr lang="en-US"/>
          </a:p>
        </p:txBody>
      </p:sp>
    </p:spTree>
    <p:extLst>
      <p:ext uri="{BB962C8B-B14F-4D97-AF65-F5344CB8AC3E}">
        <p14:creationId xmlns:p14="http://schemas.microsoft.com/office/powerpoint/2010/main" val="471577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A3B168A7-66FE-4359-9866-CBB841A729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tel 1">
            <a:extLst>
              <a:ext uri="{FF2B5EF4-FFF2-40B4-BE49-F238E27FC236}">
                <a16:creationId xmlns:a16="http://schemas.microsoft.com/office/drawing/2014/main" id="{657D3EF3-0F8A-B61C-FB15-17A38D568E86}"/>
              </a:ext>
            </a:extLst>
          </p:cNvPr>
          <p:cNvSpPr>
            <a:spLocks noGrp="1"/>
          </p:cNvSpPr>
          <p:nvPr>
            <p:ph type="title"/>
          </p:nvPr>
        </p:nvSpPr>
        <p:spPr>
          <a:xfrm>
            <a:off x="1091203" y="1091868"/>
            <a:ext cx="5077479" cy="2042160"/>
          </a:xfrm>
        </p:spPr>
        <p:txBody>
          <a:bodyPr>
            <a:normAutofit/>
          </a:bodyPr>
          <a:lstStyle/>
          <a:p>
            <a:r>
              <a:rPr lang="en-US" sz="4000" dirty="0"/>
              <a:t>Monte Carlo Mixing Tanks </a:t>
            </a:r>
          </a:p>
        </p:txBody>
      </p:sp>
      <p:cxnSp>
        <p:nvCxnSpPr>
          <p:cNvPr id="1035" name="Straight Connector 1034">
            <a:extLst>
              <a:ext uri="{FF2B5EF4-FFF2-40B4-BE49-F238E27FC236}">
                <a16:creationId xmlns:a16="http://schemas.microsoft.com/office/drawing/2014/main" id="{E55FB8EA-5471-4074-88CA-98AA3AD981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12"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lassholder for innhold 2">
            <a:extLst>
              <a:ext uri="{FF2B5EF4-FFF2-40B4-BE49-F238E27FC236}">
                <a16:creationId xmlns:a16="http://schemas.microsoft.com/office/drawing/2014/main" id="{DA2325B8-FD9C-829B-0008-129A9C16C0D7}"/>
              </a:ext>
            </a:extLst>
          </p:cNvPr>
          <p:cNvSpPr>
            <a:spLocks noGrp="1"/>
          </p:cNvSpPr>
          <p:nvPr>
            <p:ph idx="1"/>
          </p:nvPr>
        </p:nvSpPr>
        <p:spPr>
          <a:xfrm>
            <a:off x="1048567" y="2674622"/>
            <a:ext cx="3620005" cy="3028704"/>
          </a:xfrm>
        </p:spPr>
        <p:txBody>
          <a:bodyPr>
            <a:normAutofit fontScale="92500" lnSpcReduction="20000"/>
          </a:bodyPr>
          <a:lstStyle/>
          <a:p>
            <a:pPr>
              <a:buFont typeface="Arial" panose="020B0604020202020204" pitchFamily="34" charset="0"/>
              <a:buChar char="•"/>
            </a:pPr>
            <a:r>
              <a:rPr lang="en-US" b="1" dirty="0"/>
              <a:t>Option 1: </a:t>
            </a:r>
            <a:br>
              <a:rPr lang="en-US" b="1" dirty="0"/>
            </a:br>
            <a:r>
              <a:rPr lang="en-US" b="1" dirty="0"/>
              <a:t>Fixed parameter per run</a:t>
            </a:r>
          </a:p>
          <a:p>
            <a:pPr marL="0" indent="0">
              <a:buNone/>
            </a:pPr>
            <a:endParaRPr lang="en-US" dirty="0"/>
          </a:p>
          <a:p>
            <a:pPr>
              <a:buFont typeface="Arial" panose="020B0604020202020204" pitchFamily="34" charset="0"/>
              <a:buChar char="•"/>
            </a:pPr>
            <a:r>
              <a:rPr lang="en-US" dirty="0"/>
              <a:t>Option 2: </a:t>
            </a:r>
            <a:br>
              <a:rPr lang="en-US" dirty="0"/>
            </a:br>
            <a:r>
              <a:rPr lang="en-US" dirty="0"/>
              <a:t>Parameters vary each step</a:t>
            </a:r>
          </a:p>
          <a:p>
            <a:pPr marL="0" indent="0">
              <a:buNone/>
            </a:pPr>
            <a:endParaRPr lang="en-US" dirty="0"/>
          </a:p>
          <a:p>
            <a:pPr>
              <a:buFont typeface="Arial" panose="020B0604020202020204" pitchFamily="34" charset="0"/>
              <a:buChar char="•"/>
            </a:pPr>
            <a:r>
              <a:rPr lang="en-US" dirty="0"/>
              <a:t>Outputs: Mean, Confidence Interval, Standard Deviation</a:t>
            </a:r>
          </a:p>
          <a:p>
            <a:pPr>
              <a:buFont typeface="Arial" panose="020B0604020202020204" pitchFamily="34" charset="0"/>
              <a:buChar char="•"/>
            </a:pPr>
            <a:endParaRPr lang="en-US" dirty="0"/>
          </a:p>
        </p:txBody>
      </p:sp>
      <p:sp>
        <p:nvSpPr>
          <p:cNvPr id="4" name="Plassholder for lysbildenummer 3">
            <a:extLst>
              <a:ext uri="{FF2B5EF4-FFF2-40B4-BE49-F238E27FC236}">
                <a16:creationId xmlns:a16="http://schemas.microsoft.com/office/drawing/2014/main" id="{92FBE9E5-834C-2178-0EA5-693B3C01FFC0}"/>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4</a:t>
            </a:fld>
            <a:endParaRPr lang="en-US"/>
          </a:p>
        </p:txBody>
      </p:sp>
      <p:pic>
        <p:nvPicPr>
          <p:cNvPr id="6" name="Bilde 5" descr="Et bilde som inneholder tekst, Font, skjermbilde, line&#10;&#10;KI-generert innhold kan være feil.">
            <a:extLst>
              <a:ext uri="{FF2B5EF4-FFF2-40B4-BE49-F238E27FC236}">
                <a16:creationId xmlns:a16="http://schemas.microsoft.com/office/drawing/2014/main" id="{78E82199-980B-4E75-E2B3-7E59A9267F08}"/>
              </a:ext>
            </a:extLst>
          </p:cNvPr>
          <p:cNvPicPr>
            <a:picLocks noChangeAspect="1"/>
          </p:cNvPicPr>
          <p:nvPr/>
        </p:nvPicPr>
        <p:blipFill>
          <a:blip r:embed="rId3"/>
          <a:stretch>
            <a:fillRect/>
          </a:stretch>
        </p:blipFill>
        <p:spPr>
          <a:xfrm>
            <a:off x="8303481" y="3063445"/>
            <a:ext cx="3620005" cy="1162212"/>
          </a:xfrm>
          <a:prstGeom prst="rect">
            <a:avLst/>
          </a:prstGeom>
        </p:spPr>
      </p:pic>
      <p:pic>
        <p:nvPicPr>
          <p:cNvPr id="8" name="Bilde 7" descr="Et bilde som inneholder tekst, Font, skjermbilde, line&#10;&#10;KI-generert innhold kan være feil.">
            <a:extLst>
              <a:ext uri="{FF2B5EF4-FFF2-40B4-BE49-F238E27FC236}">
                <a16:creationId xmlns:a16="http://schemas.microsoft.com/office/drawing/2014/main" id="{CA1647E0-A405-05DF-E082-4D1417C022B6}"/>
              </a:ext>
            </a:extLst>
          </p:cNvPr>
          <p:cNvPicPr>
            <a:picLocks noChangeAspect="1"/>
          </p:cNvPicPr>
          <p:nvPr/>
        </p:nvPicPr>
        <p:blipFill>
          <a:blip r:embed="rId4"/>
          <a:stretch>
            <a:fillRect/>
          </a:stretch>
        </p:blipFill>
        <p:spPr>
          <a:xfrm>
            <a:off x="6674478" y="1185205"/>
            <a:ext cx="5249008" cy="1238423"/>
          </a:xfrm>
          <a:prstGeom prst="rect">
            <a:avLst/>
          </a:prstGeom>
        </p:spPr>
      </p:pic>
      <p:pic>
        <p:nvPicPr>
          <p:cNvPr id="9" name="Bilde 8" descr="Et bilde som inneholder tekst, Font, line, skjermbilde&#10;&#10;KI-generert innhold kan være feil.">
            <a:extLst>
              <a:ext uri="{FF2B5EF4-FFF2-40B4-BE49-F238E27FC236}">
                <a16:creationId xmlns:a16="http://schemas.microsoft.com/office/drawing/2014/main" id="{1C1E77BC-8AAC-F5CC-DDB0-B8181C85D43A}"/>
              </a:ext>
            </a:extLst>
          </p:cNvPr>
          <p:cNvPicPr>
            <a:picLocks noChangeAspect="1"/>
          </p:cNvPicPr>
          <p:nvPr/>
        </p:nvPicPr>
        <p:blipFill>
          <a:blip r:embed="rId5"/>
          <a:stretch>
            <a:fillRect/>
          </a:stretch>
        </p:blipFill>
        <p:spPr>
          <a:xfrm>
            <a:off x="4940687" y="4865475"/>
            <a:ext cx="6982799" cy="1524213"/>
          </a:xfrm>
          <a:prstGeom prst="rect">
            <a:avLst/>
          </a:prstGeom>
        </p:spPr>
      </p:pic>
    </p:spTree>
    <p:extLst>
      <p:ext uri="{BB962C8B-B14F-4D97-AF65-F5344CB8AC3E}">
        <p14:creationId xmlns:p14="http://schemas.microsoft.com/office/powerpoint/2010/main" val="2165126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ssholder for lysbildenummer 3">
            <a:extLst>
              <a:ext uri="{FF2B5EF4-FFF2-40B4-BE49-F238E27FC236}">
                <a16:creationId xmlns:a16="http://schemas.microsoft.com/office/drawing/2014/main" id="{A087A116-8CD2-60DE-B344-F0456929344F}"/>
              </a:ext>
            </a:extLst>
          </p:cNvPr>
          <p:cNvSpPr>
            <a:spLocks noGrp="1"/>
          </p:cNvSpPr>
          <p:nvPr>
            <p:ph type="sldNum" sz="quarter" idx="12"/>
          </p:nvPr>
        </p:nvSpPr>
        <p:spPr/>
        <p:txBody>
          <a:bodyPr/>
          <a:lstStyle/>
          <a:p>
            <a:fld id="{719D7796-F675-488F-AC46-C88938C80352}" type="slidenum">
              <a:rPr lang="en-US" smtClean="0"/>
              <a:t>5</a:t>
            </a:fld>
            <a:endParaRPr lang="en-US"/>
          </a:p>
        </p:txBody>
      </p:sp>
      <p:pic>
        <p:nvPicPr>
          <p:cNvPr id="4100" name="Picture 4">
            <a:extLst>
              <a:ext uri="{FF2B5EF4-FFF2-40B4-BE49-F238E27FC236}">
                <a16:creationId xmlns:a16="http://schemas.microsoft.com/office/drawing/2014/main" id="{A59F4912-493A-FAE8-1685-AD8D8CEB24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86150"/>
            <a:ext cx="12192000" cy="337185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06E4827D-EC08-761A-B5B7-F524D8A030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4300"/>
            <a:ext cx="12192000"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587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F8F49-B290-9A67-14D1-77A4302A72A7}"/>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7603C46C-BCB1-6203-8AE3-08C1BE66258E}"/>
              </a:ext>
            </a:extLst>
          </p:cNvPr>
          <p:cNvSpPr>
            <a:spLocks noGrp="1"/>
          </p:cNvSpPr>
          <p:nvPr>
            <p:ph type="title"/>
          </p:nvPr>
        </p:nvSpPr>
        <p:spPr>
          <a:xfrm>
            <a:off x="1091203" y="1091868"/>
            <a:ext cx="5077479" cy="2042160"/>
          </a:xfrm>
        </p:spPr>
        <p:txBody>
          <a:bodyPr>
            <a:normAutofit/>
          </a:bodyPr>
          <a:lstStyle/>
          <a:p>
            <a:r>
              <a:rPr lang="en-US" sz="4000" dirty="0"/>
              <a:t>Monte Carlo Mixing Tanks </a:t>
            </a:r>
          </a:p>
        </p:txBody>
      </p:sp>
      <p:sp>
        <p:nvSpPr>
          <p:cNvPr id="3" name="Plassholder for innhold 2">
            <a:extLst>
              <a:ext uri="{FF2B5EF4-FFF2-40B4-BE49-F238E27FC236}">
                <a16:creationId xmlns:a16="http://schemas.microsoft.com/office/drawing/2014/main" id="{BBEC21B5-1537-B624-5A90-AA2634D46A44}"/>
              </a:ext>
            </a:extLst>
          </p:cNvPr>
          <p:cNvSpPr>
            <a:spLocks noGrp="1"/>
          </p:cNvSpPr>
          <p:nvPr>
            <p:ph idx="1"/>
          </p:nvPr>
        </p:nvSpPr>
        <p:spPr>
          <a:xfrm>
            <a:off x="1048567" y="2674622"/>
            <a:ext cx="3620005" cy="3028704"/>
          </a:xfrm>
        </p:spPr>
        <p:txBody>
          <a:bodyPr>
            <a:normAutofit fontScale="92500" lnSpcReduction="20000"/>
          </a:bodyPr>
          <a:lstStyle/>
          <a:p>
            <a:pPr>
              <a:buFont typeface="Arial" panose="020B0604020202020204" pitchFamily="34" charset="0"/>
              <a:buChar char="•"/>
            </a:pPr>
            <a:r>
              <a:rPr lang="en-US" dirty="0"/>
              <a:t>Option 1: </a:t>
            </a:r>
            <a:br>
              <a:rPr lang="en-US" dirty="0"/>
            </a:br>
            <a:r>
              <a:rPr lang="en-US" dirty="0"/>
              <a:t>Fixed parameter per run</a:t>
            </a:r>
          </a:p>
          <a:p>
            <a:pPr marL="0" indent="0">
              <a:buNone/>
            </a:pPr>
            <a:endParaRPr lang="en-US" dirty="0"/>
          </a:p>
          <a:p>
            <a:pPr>
              <a:buFont typeface="Arial" panose="020B0604020202020204" pitchFamily="34" charset="0"/>
              <a:buChar char="•"/>
            </a:pPr>
            <a:r>
              <a:rPr lang="en-US" b="1" dirty="0"/>
              <a:t>Option 2: </a:t>
            </a:r>
            <a:br>
              <a:rPr lang="en-US" b="1" dirty="0"/>
            </a:br>
            <a:r>
              <a:rPr lang="en-US" b="1" dirty="0"/>
              <a:t>Parameters vary each step</a:t>
            </a:r>
          </a:p>
          <a:p>
            <a:pPr marL="0" indent="0">
              <a:buNone/>
            </a:pPr>
            <a:endParaRPr lang="en-US" dirty="0"/>
          </a:p>
          <a:p>
            <a:pPr>
              <a:buFont typeface="Arial" panose="020B0604020202020204" pitchFamily="34" charset="0"/>
              <a:buChar char="•"/>
            </a:pPr>
            <a:r>
              <a:rPr lang="en-US" dirty="0"/>
              <a:t>Outputs: Mean, Confidence Interval, Standard Deviation</a:t>
            </a:r>
          </a:p>
          <a:p>
            <a:pPr>
              <a:buFont typeface="Arial" panose="020B0604020202020204" pitchFamily="34" charset="0"/>
              <a:buChar char="•"/>
            </a:pPr>
            <a:endParaRPr lang="en-US" dirty="0"/>
          </a:p>
        </p:txBody>
      </p:sp>
      <p:sp>
        <p:nvSpPr>
          <p:cNvPr id="4" name="Plassholder for lysbildenummer 3">
            <a:extLst>
              <a:ext uri="{FF2B5EF4-FFF2-40B4-BE49-F238E27FC236}">
                <a16:creationId xmlns:a16="http://schemas.microsoft.com/office/drawing/2014/main" id="{D7B36FC1-C3DD-C973-9D8F-C850163886E1}"/>
              </a:ext>
            </a:extLst>
          </p:cNvPr>
          <p:cNvSpPr>
            <a:spLocks noGrp="1"/>
          </p:cNvSpPr>
          <p:nvPr>
            <p:ph type="sldNum" sz="quarter" idx="12"/>
          </p:nvPr>
        </p:nvSpPr>
        <p:spPr>
          <a:xfrm>
            <a:off x="10983190" y="6389688"/>
            <a:ext cx="940296" cy="365125"/>
          </a:xfrm>
        </p:spPr>
        <p:txBody>
          <a:bodyPr>
            <a:normAutofit/>
          </a:bodyPr>
          <a:lstStyle/>
          <a:p>
            <a:pPr>
              <a:spcAft>
                <a:spcPts val="600"/>
              </a:spcAft>
            </a:pPr>
            <a:fld id="{719D7796-F675-488F-AC46-C88938C80352}" type="slidenum">
              <a:rPr lang="en-US" smtClean="0"/>
              <a:pPr>
                <a:spcAft>
                  <a:spcPts val="600"/>
                </a:spcAft>
              </a:pPr>
              <a:t>6</a:t>
            </a:fld>
            <a:endParaRPr lang="en-US"/>
          </a:p>
        </p:txBody>
      </p:sp>
      <p:pic>
        <p:nvPicPr>
          <p:cNvPr id="7" name="Bilde 6" descr="Et bilde som inneholder tekst, Font, skjermbilde, algebra&#10;&#10;KI-generert innhold kan være feil.">
            <a:extLst>
              <a:ext uri="{FF2B5EF4-FFF2-40B4-BE49-F238E27FC236}">
                <a16:creationId xmlns:a16="http://schemas.microsoft.com/office/drawing/2014/main" id="{573A9D9A-3D3C-FF96-524B-98B0EEFE0182}"/>
              </a:ext>
            </a:extLst>
          </p:cNvPr>
          <p:cNvPicPr>
            <a:picLocks noChangeAspect="1"/>
          </p:cNvPicPr>
          <p:nvPr/>
        </p:nvPicPr>
        <p:blipFill>
          <a:blip r:embed="rId3"/>
          <a:srcRect r="22322"/>
          <a:stretch>
            <a:fillRect/>
          </a:stretch>
        </p:blipFill>
        <p:spPr>
          <a:xfrm>
            <a:off x="4711208" y="2674622"/>
            <a:ext cx="6978066" cy="2924583"/>
          </a:xfrm>
          <a:prstGeom prst="rect">
            <a:avLst/>
          </a:prstGeom>
        </p:spPr>
      </p:pic>
    </p:spTree>
    <p:extLst>
      <p:ext uri="{BB962C8B-B14F-4D97-AF65-F5344CB8AC3E}">
        <p14:creationId xmlns:p14="http://schemas.microsoft.com/office/powerpoint/2010/main" val="2169469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71459-54B7-8F07-98AE-914BBA0EACAA}"/>
            </a:ext>
          </a:extLst>
        </p:cNvPr>
        <p:cNvGrpSpPr/>
        <p:nvPr/>
      </p:nvGrpSpPr>
      <p:grpSpPr>
        <a:xfrm>
          <a:off x="0" y="0"/>
          <a:ext cx="0" cy="0"/>
          <a:chOff x="0" y="0"/>
          <a:chExt cx="0" cy="0"/>
        </a:xfrm>
      </p:grpSpPr>
      <p:sp>
        <p:nvSpPr>
          <p:cNvPr id="4" name="Plassholder for lysbildenummer 3">
            <a:extLst>
              <a:ext uri="{FF2B5EF4-FFF2-40B4-BE49-F238E27FC236}">
                <a16:creationId xmlns:a16="http://schemas.microsoft.com/office/drawing/2014/main" id="{528ED7C5-8BCB-CB2D-8CE2-D105E8879EC9}"/>
              </a:ext>
            </a:extLst>
          </p:cNvPr>
          <p:cNvSpPr>
            <a:spLocks noGrp="1"/>
          </p:cNvSpPr>
          <p:nvPr>
            <p:ph type="sldNum" sz="quarter" idx="12"/>
          </p:nvPr>
        </p:nvSpPr>
        <p:spPr/>
        <p:txBody>
          <a:bodyPr/>
          <a:lstStyle/>
          <a:p>
            <a:fld id="{719D7796-F675-488F-AC46-C88938C80352}" type="slidenum">
              <a:rPr lang="en-US" smtClean="0"/>
              <a:t>7</a:t>
            </a:fld>
            <a:endParaRPr lang="en-US"/>
          </a:p>
        </p:txBody>
      </p:sp>
      <p:pic>
        <p:nvPicPr>
          <p:cNvPr id="2052" name="Picture 4">
            <a:extLst>
              <a:ext uri="{FF2B5EF4-FFF2-40B4-BE49-F238E27FC236}">
                <a16:creationId xmlns:a16="http://schemas.microsoft.com/office/drawing/2014/main" id="{211F960C-37AE-96CB-8707-B6CD0DB706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382963"/>
            <a:ext cx="12192000" cy="33718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CA58E8CD-6184-C160-C050-4CD1266E0D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7150"/>
            <a:ext cx="12192000"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62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6DA7F0A-6588-F767-D4C7-73CB59B2D386}"/>
              </a:ext>
            </a:extLst>
          </p:cNvPr>
          <p:cNvSpPr>
            <a:spLocks noGrp="1"/>
          </p:cNvSpPr>
          <p:nvPr>
            <p:ph type="title"/>
          </p:nvPr>
        </p:nvSpPr>
        <p:spPr/>
        <p:txBody>
          <a:bodyPr/>
          <a:lstStyle/>
          <a:p>
            <a:r>
              <a:rPr lang="en-US" dirty="0"/>
              <a:t>Monte Carlo Fixed Vs Varying </a:t>
            </a:r>
          </a:p>
        </p:txBody>
      </p:sp>
      <p:sp>
        <p:nvSpPr>
          <p:cNvPr id="4" name="Plassholder for lysbildenummer 3">
            <a:extLst>
              <a:ext uri="{FF2B5EF4-FFF2-40B4-BE49-F238E27FC236}">
                <a16:creationId xmlns:a16="http://schemas.microsoft.com/office/drawing/2014/main" id="{89948B7D-B896-D87D-42D6-A410FF4511E9}"/>
              </a:ext>
            </a:extLst>
          </p:cNvPr>
          <p:cNvSpPr>
            <a:spLocks noGrp="1"/>
          </p:cNvSpPr>
          <p:nvPr>
            <p:ph type="sldNum" sz="quarter" idx="12"/>
          </p:nvPr>
        </p:nvSpPr>
        <p:spPr/>
        <p:txBody>
          <a:bodyPr/>
          <a:lstStyle/>
          <a:p>
            <a:fld id="{719D7796-F675-488F-AC46-C88938C80352}" type="slidenum">
              <a:rPr lang="en-US" smtClean="0"/>
              <a:t>8</a:t>
            </a:fld>
            <a:endParaRPr lang="en-US"/>
          </a:p>
        </p:txBody>
      </p:sp>
      <p:pic>
        <p:nvPicPr>
          <p:cNvPr id="5122" name="Picture 2">
            <a:extLst>
              <a:ext uri="{FF2B5EF4-FFF2-40B4-BE49-F238E27FC236}">
                <a16:creationId xmlns:a16="http://schemas.microsoft.com/office/drawing/2014/main" id="{1D8AB00F-0E05-A3B6-08AB-C25BE39536F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4367" y="2384473"/>
            <a:ext cx="12127633" cy="3355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911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5EFFA7A-47A0-FDCD-2B65-170529FD7822}"/>
              </a:ext>
            </a:extLst>
          </p:cNvPr>
          <p:cNvSpPr>
            <a:spLocks noGrp="1"/>
          </p:cNvSpPr>
          <p:nvPr>
            <p:ph type="title"/>
          </p:nvPr>
        </p:nvSpPr>
        <p:spPr/>
        <p:txBody>
          <a:bodyPr/>
          <a:lstStyle/>
          <a:p>
            <a:r>
              <a:rPr lang="en-US" dirty="0"/>
              <a:t>Three Tank Governing Equations</a:t>
            </a:r>
          </a:p>
        </p:txBody>
      </p:sp>
      <p:sp>
        <p:nvSpPr>
          <p:cNvPr id="3" name="Plassholder for innhold 2">
            <a:extLst>
              <a:ext uri="{FF2B5EF4-FFF2-40B4-BE49-F238E27FC236}">
                <a16:creationId xmlns:a16="http://schemas.microsoft.com/office/drawing/2014/main" id="{16784325-132C-D2E3-6DA0-AFCDFA0E07F2}"/>
              </a:ext>
            </a:extLst>
          </p:cNvPr>
          <p:cNvSpPr>
            <a:spLocks noGrp="1"/>
          </p:cNvSpPr>
          <p:nvPr>
            <p:ph idx="1"/>
          </p:nvPr>
        </p:nvSpPr>
        <p:spPr/>
        <p:txBody>
          <a:bodyPr/>
          <a:lstStyle/>
          <a:p>
            <a:pPr>
              <a:buFont typeface="Arial" panose="020B0604020202020204" pitchFamily="34" charset="0"/>
              <a:buChar char="•"/>
            </a:pPr>
            <a:r>
              <a:rPr lang="en-US" dirty="0"/>
              <a:t>Delay &amp; Decay</a:t>
            </a:r>
          </a:p>
          <a:p>
            <a:pPr>
              <a:buFont typeface="Arial" panose="020B0604020202020204" pitchFamily="34" charset="0"/>
              <a:buChar char="•"/>
            </a:pPr>
            <a:r>
              <a:rPr lang="en-US" dirty="0"/>
              <a:t>Upstream Tank Affects Downstream</a:t>
            </a:r>
          </a:p>
          <a:p>
            <a:endParaRPr lang="en-US" dirty="0"/>
          </a:p>
        </p:txBody>
      </p:sp>
      <p:sp>
        <p:nvSpPr>
          <p:cNvPr id="4" name="Plassholder for lysbildenummer 3">
            <a:extLst>
              <a:ext uri="{FF2B5EF4-FFF2-40B4-BE49-F238E27FC236}">
                <a16:creationId xmlns:a16="http://schemas.microsoft.com/office/drawing/2014/main" id="{97023AF0-0B7B-9C19-07FC-0672D335B083}"/>
              </a:ext>
            </a:extLst>
          </p:cNvPr>
          <p:cNvSpPr>
            <a:spLocks noGrp="1"/>
          </p:cNvSpPr>
          <p:nvPr>
            <p:ph type="sldNum" sz="quarter" idx="12"/>
          </p:nvPr>
        </p:nvSpPr>
        <p:spPr/>
        <p:txBody>
          <a:bodyPr/>
          <a:lstStyle/>
          <a:p>
            <a:fld id="{719D7796-F675-488F-AC46-C88938C80352}" type="slidenum">
              <a:rPr lang="en-US" smtClean="0"/>
              <a:t>9</a:t>
            </a:fld>
            <a:endParaRPr lang="en-US"/>
          </a:p>
        </p:txBody>
      </p:sp>
      <p:pic>
        <p:nvPicPr>
          <p:cNvPr id="6" name="Bilde 5" descr="Et bilde som inneholder tekst, Font, håndskrift, nummer&#10;&#10;KI-generert innhold kan være feil.">
            <a:extLst>
              <a:ext uri="{FF2B5EF4-FFF2-40B4-BE49-F238E27FC236}">
                <a16:creationId xmlns:a16="http://schemas.microsoft.com/office/drawing/2014/main" id="{A64B289B-5F3A-A791-1C8C-619FE4560C77}"/>
              </a:ext>
            </a:extLst>
          </p:cNvPr>
          <p:cNvPicPr>
            <a:picLocks noChangeAspect="1"/>
          </p:cNvPicPr>
          <p:nvPr/>
        </p:nvPicPr>
        <p:blipFill>
          <a:blip r:embed="rId3"/>
          <a:stretch>
            <a:fillRect/>
          </a:stretch>
        </p:blipFill>
        <p:spPr>
          <a:xfrm>
            <a:off x="7287935" y="2223715"/>
            <a:ext cx="2781688" cy="2143424"/>
          </a:xfrm>
          <a:prstGeom prst="rect">
            <a:avLst/>
          </a:prstGeom>
        </p:spPr>
      </p:pic>
    </p:spTree>
    <p:extLst>
      <p:ext uri="{BB962C8B-B14F-4D97-AF65-F5344CB8AC3E}">
        <p14:creationId xmlns:p14="http://schemas.microsoft.com/office/powerpoint/2010/main" val="2273902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ssholder for lysbildenummer 3">
            <a:extLst>
              <a:ext uri="{FF2B5EF4-FFF2-40B4-BE49-F238E27FC236}">
                <a16:creationId xmlns:a16="http://schemas.microsoft.com/office/drawing/2014/main" id="{4A10B583-5463-3068-A80C-FBB94E306B8B}"/>
              </a:ext>
            </a:extLst>
          </p:cNvPr>
          <p:cNvSpPr>
            <a:spLocks noGrp="1"/>
          </p:cNvSpPr>
          <p:nvPr>
            <p:ph type="sldNum" sz="quarter" idx="12"/>
          </p:nvPr>
        </p:nvSpPr>
        <p:spPr/>
        <p:txBody>
          <a:bodyPr/>
          <a:lstStyle/>
          <a:p>
            <a:fld id="{719D7796-F675-488F-AC46-C88938C80352}" type="slidenum">
              <a:rPr lang="en-US" smtClean="0"/>
              <a:t>10</a:t>
            </a:fld>
            <a:endParaRPr lang="en-US"/>
          </a:p>
        </p:txBody>
      </p:sp>
      <p:pic>
        <p:nvPicPr>
          <p:cNvPr id="7170" name="Picture 2">
            <a:extLst>
              <a:ext uri="{FF2B5EF4-FFF2-40B4-BE49-F238E27FC236}">
                <a16:creationId xmlns:a16="http://schemas.microsoft.com/office/drawing/2014/main" id="{F809668A-3788-D0FA-772D-ADAB05380FD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87438" y="2616854"/>
            <a:ext cx="9923462" cy="35007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537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ssholder for lysbildenummer 3">
            <a:extLst>
              <a:ext uri="{FF2B5EF4-FFF2-40B4-BE49-F238E27FC236}">
                <a16:creationId xmlns:a16="http://schemas.microsoft.com/office/drawing/2014/main" id="{0A518C4D-D4DB-A3A5-D5CC-C8057909C79E}"/>
              </a:ext>
            </a:extLst>
          </p:cNvPr>
          <p:cNvSpPr>
            <a:spLocks noGrp="1"/>
          </p:cNvSpPr>
          <p:nvPr>
            <p:ph type="sldNum" sz="quarter" idx="12"/>
          </p:nvPr>
        </p:nvSpPr>
        <p:spPr/>
        <p:txBody>
          <a:bodyPr/>
          <a:lstStyle/>
          <a:p>
            <a:fld id="{719D7796-F675-488F-AC46-C88938C80352}" type="slidenum">
              <a:rPr lang="en-US" smtClean="0"/>
              <a:t>11</a:t>
            </a:fld>
            <a:endParaRPr lang="en-US"/>
          </a:p>
        </p:txBody>
      </p:sp>
      <p:pic>
        <p:nvPicPr>
          <p:cNvPr id="8194" name="Picture 2">
            <a:extLst>
              <a:ext uri="{FF2B5EF4-FFF2-40B4-BE49-F238E27FC236}">
                <a16:creationId xmlns:a16="http://schemas.microsoft.com/office/drawing/2014/main" id="{9FB17E7C-868C-F608-9A82-DFCED24492D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59242" y="257528"/>
            <a:ext cx="7368047" cy="203753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474766EF-61E6-0164-282C-3A006D2377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9241" y="2295060"/>
            <a:ext cx="7368048" cy="2037726"/>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AC5FEA8D-A7C9-1FCD-6117-D3853D72F0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9242" y="4351961"/>
            <a:ext cx="7368052" cy="2037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419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FF4DFBC-A4DF-707E-995C-E631A85660C5}"/>
              </a:ext>
            </a:extLst>
          </p:cNvPr>
          <p:cNvSpPr>
            <a:spLocks noGrp="1"/>
          </p:cNvSpPr>
          <p:nvPr>
            <p:ph type="title"/>
          </p:nvPr>
        </p:nvSpPr>
        <p:spPr/>
        <p:txBody>
          <a:bodyPr/>
          <a:lstStyle/>
          <a:p>
            <a:r>
              <a:rPr lang="en-US" dirty="0"/>
              <a:t>Analytical ODE Validation</a:t>
            </a:r>
          </a:p>
        </p:txBody>
      </p:sp>
      <p:pic>
        <p:nvPicPr>
          <p:cNvPr id="6" name="Plassholder for innhold 5" descr="Et bilde som inneholder tekst, Font, hvit, algebra&#10;&#10;KI-generert innhold kan være feil.">
            <a:extLst>
              <a:ext uri="{FF2B5EF4-FFF2-40B4-BE49-F238E27FC236}">
                <a16:creationId xmlns:a16="http://schemas.microsoft.com/office/drawing/2014/main" id="{AACDB366-02C4-C177-4EB8-2BD5E3B38916}"/>
              </a:ext>
            </a:extLst>
          </p:cNvPr>
          <p:cNvPicPr>
            <a:picLocks noGrp="1" noChangeAspect="1"/>
          </p:cNvPicPr>
          <p:nvPr>
            <p:ph idx="1"/>
          </p:nvPr>
        </p:nvPicPr>
        <p:blipFill>
          <a:blip r:embed="rId3"/>
          <a:stretch>
            <a:fillRect/>
          </a:stretch>
        </p:blipFill>
        <p:spPr>
          <a:xfrm>
            <a:off x="1453064" y="4593696"/>
            <a:ext cx="9192908" cy="1600423"/>
          </a:xfrm>
          <a:prstGeom prst="rect">
            <a:avLst/>
          </a:prstGeom>
        </p:spPr>
      </p:pic>
      <p:sp>
        <p:nvSpPr>
          <p:cNvPr id="4" name="Plassholder for lysbildenummer 3">
            <a:extLst>
              <a:ext uri="{FF2B5EF4-FFF2-40B4-BE49-F238E27FC236}">
                <a16:creationId xmlns:a16="http://schemas.microsoft.com/office/drawing/2014/main" id="{FCC0D827-6021-507E-EC86-3DC8FAD0FE4D}"/>
              </a:ext>
            </a:extLst>
          </p:cNvPr>
          <p:cNvSpPr>
            <a:spLocks noGrp="1"/>
          </p:cNvSpPr>
          <p:nvPr>
            <p:ph type="sldNum" sz="quarter" idx="12"/>
          </p:nvPr>
        </p:nvSpPr>
        <p:spPr/>
        <p:txBody>
          <a:bodyPr/>
          <a:lstStyle/>
          <a:p>
            <a:fld id="{719D7796-F675-488F-AC46-C88938C80352}" type="slidenum">
              <a:rPr lang="en-US" smtClean="0"/>
              <a:t>12</a:t>
            </a:fld>
            <a:endParaRPr lang="en-US"/>
          </a:p>
        </p:txBody>
      </p:sp>
      <p:pic>
        <p:nvPicPr>
          <p:cNvPr id="8" name="Bilde 7" descr="Et bilde som inneholder Font, tekst, håndskrift, typografi&#10;&#10;KI-generert innhold kan være feil.">
            <a:extLst>
              <a:ext uri="{FF2B5EF4-FFF2-40B4-BE49-F238E27FC236}">
                <a16:creationId xmlns:a16="http://schemas.microsoft.com/office/drawing/2014/main" id="{975EEC13-37BD-5DE1-49DC-CDF15A570428}"/>
              </a:ext>
            </a:extLst>
          </p:cNvPr>
          <p:cNvPicPr>
            <a:picLocks noChangeAspect="1"/>
          </p:cNvPicPr>
          <p:nvPr/>
        </p:nvPicPr>
        <p:blipFill>
          <a:blip r:embed="rId4"/>
          <a:stretch>
            <a:fillRect/>
          </a:stretch>
        </p:blipFill>
        <p:spPr>
          <a:xfrm>
            <a:off x="3010619" y="2766920"/>
            <a:ext cx="6077798" cy="1324160"/>
          </a:xfrm>
          <a:prstGeom prst="rect">
            <a:avLst/>
          </a:prstGeom>
        </p:spPr>
      </p:pic>
    </p:spTree>
    <p:extLst>
      <p:ext uri="{BB962C8B-B14F-4D97-AF65-F5344CB8AC3E}">
        <p14:creationId xmlns:p14="http://schemas.microsoft.com/office/powerpoint/2010/main" val="3190432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ssholder for lysbildenummer 3">
            <a:extLst>
              <a:ext uri="{FF2B5EF4-FFF2-40B4-BE49-F238E27FC236}">
                <a16:creationId xmlns:a16="http://schemas.microsoft.com/office/drawing/2014/main" id="{41FAC28B-76FA-8606-E822-6B3108A682B9}"/>
              </a:ext>
            </a:extLst>
          </p:cNvPr>
          <p:cNvSpPr>
            <a:spLocks noGrp="1"/>
          </p:cNvSpPr>
          <p:nvPr>
            <p:ph type="sldNum" sz="quarter" idx="12"/>
          </p:nvPr>
        </p:nvSpPr>
        <p:spPr/>
        <p:txBody>
          <a:bodyPr/>
          <a:lstStyle/>
          <a:p>
            <a:fld id="{719D7796-F675-488F-AC46-C88938C80352}" type="slidenum">
              <a:rPr lang="en-US" smtClean="0"/>
              <a:t>13</a:t>
            </a:fld>
            <a:endParaRPr lang="en-US"/>
          </a:p>
        </p:txBody>
      </p:sp>
      <p:pic>
        <p:nvPicPr>
          <p:cNvPr id="7" name="Bilde 6">
            <a:extLst>
              <a:ext uri="{FF2B5EF4-FFF2-40B4-BE49-F238E27FC236}">
                <a16:creationId xmlns:a16="http://schemas.microsoft.com/office/drawing/2014/main" id="{687CA45D-7A0B-E482-C745-0E000247DD58}"/>
              </a:ext>
            </a:extLst>
          </p:cNvPr>
          <p:cNvPicPr>
            <a:picLocks noChangeAspect="1"/>
          </p:cNvPicPr>
          <p:nvPr/>
        </p:nvPicPr>
        <p:blipFill>
          <a:blip r:embed="rId3"/>
          <a:srcRect b="7764"/>
          <a:stretch>
            <a:fillRect/>
          </a:stretch>
        </p:blipFill>
        <p:spPr>
          <a:xfrm>
            <a:off x="1824568" y="0"/>
            <a:ext cx="8542864" cy="6850626"/>
          </a:xfrm>
          <a:prstGeom prst="rect">
            <a:avLst/>
          </a:prstGeom>
        </p:spPr>
      </p:pic>
    </p:spTree>
    <p:extLst>
      <p:ext uri="{BB962C8B-B14F-4D97-AF65-F5344CB8AC3E}">
        <p14:creationId xmlns:p14="http://schemas.microsoft.com/office/powerpoint/2010/main" val="1490105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ssholder for lysbildenummer 3">
            <a:extLst>
              <a:ext uri="{FF2B5EF4-FFF2-40B4-BE49-F238E27FC236}">
                <a16:creationId xmlns:a16="http://schemas.microsoft.com/office/drawing/2014/main" id="{B53DB7C9-35B3-4DC8-4767-80680E16AAFB}"/>
              </a:ext>
            </a:extLst>
          </p:cNvPr>
          <p:cNvSpPr>
            <a:spLocks noGrp="1"/>
          </p:cNvSpPr>
          <p:nvPr>
            <p:ph type="sldNum" sz="quarter" idx="12"/>
          </p:nvPr>
        </p:nvSpPr>
        <p:spPr/>
        <p:txBody>
          <a:bodyPr/>
          <a:lstStyle/>
          <a:p>
            <a:fld id="{719D7796-F675-488F-AC46-C88938C80352}" type="slidenum">
              <a:rPr lang="en-US" smtClean="0"/>
              <a:t>14</a:t>
            </a:fld>
            <a:endParaRPr lang="en-US"/>
          </a:p>
        </p:txBody>
      </p:sp>
      <p:pic>
        <p:nvPicPr>
          <p:cNvPr id="9224" name="Picture 8">
            <a:extLst>
              <a:ext uri="{FF2B5EF4-FFF2-40B4-BE49-F238E27FC236}">
                <a16:creationId xmlns:a16="http://schemas.microsoft.com/office/drawing/2014/main" id="{B129BFD1-33FF-8E2C-D7FE-BE67FD89F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6926" y="0"/>
            <a:ext cx="8438148" cy="2334774"/>
          </a:xfrm>
          <a:prstGeom prst="rect">
            <a:avLst/>
          </a:prstGeom>
          <a:noFill/>
          <a:extLst>
            <a:ext uri="{909E8E84-426E-40DD-AFC4-6F175D3DCCD1}">
              <a14:hiddenFill xmlns:a14="http://schemas.microsoft.com/office/drawing/2010/main">
                <a:solidFill>
                  <a:srgbClr val="FFFFFF"/>
                </a:solidFill>
              </a14:hiddenFill>
            </a:ext>
          </a:extLst>
        </p:spPr>
      </p:pic>
      <p:pic>
        <p:nvPicPr>
          <p:cNvPr id="9226" name="Picture 10">
            <a:extLst>
              <a:ext uri="{FF2B5EF4-FFF2-40B4-BE49-F238E27FC236}">
                <a16:creationId xmlns:a16="http://schemas.microsoft.com/office/drawing/2014/main" id="{D4A7DD35-EA20-9ACA-1C6F-E8421B63CB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6926" y="2286648"/>
            <a:ext cx="8438148" cy="2334774"/>
          </a:xfrm>
          <a:prstGeom prst="rect">
            <a:avLst/>
          </a:prstGeom>
          <a:noFill/>
          <a:extLst>
            <a:ext uri="{909E8E84-426E-40DD-AFC4-6F175D3DCCD1}">
              <a14:hiddenFill xmlns:a14="http://schemas.microsoft.com/office/drawing/2010/main">
                <a:solidFill>
                  <a:srgbClr val="FFFFFF"/>
                </a:solidFill>
              </a14:hiddenFill>
            </a:ext>
          </a:extLst>
        </p:spPr>
      </p:pic>
      <p:pic>
        <p:nvPicPr>
          <p:cNvPr id="9228" name="Picture 12">
            <a:extLst>
              <a:ext uri="{FF2B5EF4-FFF2-40B4-BE49-F238E27FC236}">
                <a16:creationId xmlns:a16="http://schemas.microsoft.com/office/drawing/2014/main" id="{9E11A27E-5F4D-677B-4B94-F8FF640EB7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6926" y="4571353"/>
            <a:ext cx="8438149" cy="2334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902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8090F90-DBBF-1B09-087E-F0028775218C}"/>
              </a:ext>
            </a:extLst>
          </p:cNvPr>
          <p:cNvSpPr>
            <a:spLocks noGrp="1"/>
          </p:cNvSpPr>
          <p:nvPr>
            <p:ph type="title"/>
          </p:nvPr>
        </p:nvSpPr>
        <p:spPr/>
        <p:txBody>
          <a:bodyPr/>
          <a:lstStyle/>
          <a:p>
            <a:r>
              <a:rPr lang="en-US" dirty="0"/>
              <a:t>Accuracy &amp; Computational Efficiency</a:t>
            </a:r>
          </a:p>
        </p:txBody>
      </p:sp>
      <mc:AlternateContent xmlns:mc="http://schemas.openxmlformats.org/markup-compatibility/2006">
        <mc:Choice xmlns:a14="http://schemas.microsoft.com/office/drawing/2010/main" Requires="a14">
          <p:sp>
            <p:nvSpPr>
              <p:cNvPr id="3" name="Plassholder for innhold 2">
                <a:extLst>
                  <a:ext uri="{FF2B5EF4-FFF2-40B4-BE49-F238E27FC236}">
                    <a16:creationId xmlns:a16="http://schemas.microsoft.com/office/drawing/2014/main" id="{B80CD1B2-06B4-DA09-B4DB-43AFB5451A84}"/>
                  </a:ext>
                </a:extLst>
              </p:cNvPr>
              <p:cNvSpPr>
                <a:spLocks noGrp="1"/>
              </p:cNvSpPr>
              <p:nvPr>
                <p:ph idx="1"/>
              </p:nvPr>
            </p:nvSpPr>
            <p:spPr/>
            <p:txBody>
              <a:bodyPr/>
              <a:lstStyle/>
              <a:p>
                <a:pPr>
                  <a:buFont typeface="Arial" panose="020B0604020202020204" pitchFamily="34" charset="0"/>
                  <a:buChar char="•"/>
                </a:pPr>
                <a:r>
                  <a:rPr lang="en-US" dirty="0"/>
                  <a:t>Monte Carlo Mean </a:t>
                </a:r>
                <a14:m>
                  <m:oMath xmlns:m="http://schemas.openxmlformats.org/officeDocument/2006/math">
                    <m:r>
                      <a:rPr lang="en-US" b="0" i="1" smtClean="0">
                        <a:latin typeface="Cambria Math" panose="02040503050406030204" pitchFamily="18" charset="0"/>
                      </a:rPr>
                      <m:t>≠</m:t>
                    </m:r>
                  </m:oMath>
                </a14:m>
                <a:r>
                  <a:rPr lang="en-US" dirty="0"/>
                  <a:t> Deterministic ODE with average parameters</a:t>
                </a:r>
              </a:p>
              <a:p>
                <a:pPr>
                  <a:buFont typeface="Arial" panose="020B0604020202020204" pitchFamily="34" charset="0"/>
                  <a:buChar char="•"/>
                </a:pPr>
                <a:r>
                  <a:rPr lang="en-US" dirty="0"/>
                  <a:t>Unbiased Estimator</a:t>
                </a:r>
              </a:p>
              <a:p>
                <a:pPr>
                  <a:buFont typeface="Arial" panose="020B0604020202020204" pitchFamily="34" charset="0"/>
                  <a:buChar char="•"/>
                </a:pPr>
                <a:r>
                  <a:rPr lang="en-US" dirty="0"/>
                  <a:t>Variance Decays Over Time</a:t>
                </a:r>
              </a:p>
              <a:p>
                <a:pPr>
                  <a:buFont typeface="Arial" panose="020B0604020202020204" pitchFamily="34" charset="0"/>
                  <a:buChar char="•"/>
                </a:pPr>
                <a:r>
                  <a:rPr lang="en-US" dirty="0"/>
                  <a:t>Cost</a:t>
                </a:r>
              </a:p>
              <a:p>
                <a:pPr lvl="1">
                  <a:buFont typeface="Arial" panose="020B0604020202020204" pitchFamily="34" charset="0"/>
                  <a:buChar char="•"/>
                </a:pPr>
                <a:r>
                  <a:rPr lang="en-US" dirty="0"/>
                  <a:t>Deterministic: 1 Solve</a:t>
                </a:r>
              </a:p>
              <a:p>
                <a:pPr lvl="1">
                  <a:buFont typeface="Arial" panose="020B0604020202020204" pitchFamily="34" charset="0"/>
                  <a:buChar char="•"/>
                </a:pPr>
                <a:r>
                  <a:rPr lang="en-US" dirty="0"/>
                  <a:t>Monte Carlo: 100 Solves</a:t>
                </a:r>
              </a:p>
            </p:txBody>
          </p:sp>
        </mc:Choice>
        <mc:Fallback>
          <p:sp>
            <p:nvSpPr>
              <p:cNvPr id="3" name="Plassholder for innhold 2">
                <a:extLst>
                  <a:ext uri="{FF2B5EF4-FFF2-40B4-BE49-F238E27FC236}">
                    <a16:creationId xmlns:a16="http://schemas.microsoft.com/office/drawing/2014/main" id="{B80CD1B2-06B4-DA09-B4DB-43AFB5451A84}"/>
                  </a:ext>
                </a:extLst>
              </p:cNvPr>
              <p:cNvSpPr>
                <a:spLocks noGrp="1" noRot="1" noChangeAspect="1" noMove="1" noResize="1" noEditPoints="1" noAdjustHandles="1" noChangeArrowheads="1" noChangeShapeType="1" noTextEdit="1"/>
              </p:cNvSpPr>
              <p:nvPr>
                <p:ph idx="1"/>
              </p:nvPr>
            </p:nvSpPr>
            <p:spPr>
              <a:blipFill>
                <a:blip r:embed="rId3"/>
                <a:stretch>
                  <a:fillRect l="-430"/>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1D474374-FC1A-4912-0DE4-0DB6B0CD8252}"/>
              </a:ext>
            </a:extLst>
          </p:cNvPr>
          <p:cNvSpPr>
            <a:spLocks noGrp="1"/>
          </p:cNvSpPr>
          <p:nvPr>
            <p:ph type="sldNum" sz="quarter" idx="12"/>
          </p:nvPr>
        </p:nvSpPr>
        <p:spPr/>
        <p:txBody>
          <a:bodyPr/>
          <a:lstStyle/>
          <a:p>
            <a:fld id="{719D7796-F675-488F-AC46-C88938C80352}" type="slidenum">
              <a:rPr lang="en-US" smtClean="0"/>
              <a:t>15</a:t>
            </a:fld>
            <a:endParaRPr lang="en-US"/>
          </a:p>
        </p:txBody>
      </p:sp>
    </p:spTree>
    <p:extLst>
      <p:ext uri="{BB962C8B-B14F-4D97-AF65-F5344CB8AC3E}">
        <p14:creationId xmlns:p14="http://schemas.microsoft.com/office/powerpoint/2010/main" val="744451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01007C9-C159-3719-8C44-01D54590ED04}"/>
              </a:ext>
            </a:extLst>
          </p:cNvPr>
          <p:cNvSpPr>
            <a:spLocks noGrp="1"/>
          </p:cNvSpPr>
          <p:nvPr>
            <p:ph type="title"/>
          </p:nvPr>
        </p:nvSpPr>
        <p:spPr>
          <a:xfrm>
            <a:off x="429768" y="320040"/>
            <a:ext cx="6858000" cy="932688"/>
          </a:xfrm>
        </p:spPr>
        <p:txBody>
          <a:bodyPr vert="horz" lIns="91440" tIns="45720" rIns="91440" bIns="45720" rtlCol="0" anchor="b">
            <a:normAutofit/>
          </a:bodyPr>
          <a:lstStyle/>
          <a:p>
            <a:r>
              <a:rPr lang="en-US" sz="2700" b="0" kern="1200" cap="all" baseline="0" dirty="0">
                <a:latin typeface="+mj-lt"/>
                <a:ea typeface="+mj-ea"/>
                <a:cs typeface="+mj-cs"/>
              </a:rPr>
              <a:t>2D random walk model: basic and probability-weighted movement</a:t>
            </a:r>
          </a:p>
        </p:txBody>
      </p:sp>
      <mc:AlternateContent xmlns:mc="http://schemas.openxmlformats.org/markup-compatibility/2006">
        <mc:Choice xmlns:a14="http://schemas.microsoft.com/office/drawing/2010/main" Requires="a14">
          <p:sp>
            <p:nvSpPr>
              <p:cNvPr id="8" name="TekstSylinder 7">
                <a:extLst>
                  <a:ext uri="{FF2B5EF4-FFF2-40B4-BE49-F238E27FC236}">
                    <a16:creationId xmlns:a16="http://schemas.microsoft.com/office/drawing/2014/main" id="{8A11234D-6DDC-4BB6-81B9-E56BEAEF3AF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380744"/>
                <a:ext cx="4183329"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dirty="0"/>
                  <a:t>Basic Random Walk Model</a:t>
                </a:r>
              </a:p>
              <a:p>
                <a:pPr marL="0" lvl="1" indent="0">
                  <a:spcBef>
                    <a:spcPts val="1000"/>
                  </a:spcBef>
                  <a:spcAft>
                    <a:spcPts val="600"/>
                  </a:spcAft>
                  <a:buFont typeface="Arial" panose="020B0604020202020204" pitchFamily="34" charset="0"/>
                  <a:buNone/>
                </a:pPr>
                <a:r>
                  <a:rPr lang="en-US" sz="1400" dirty="0"/>
                  <a:t>Simulates 1000 particles moving stepwise on a grid without diagonal moves, stopping at set boundaries.</a:t>
                </a:r>
              </a:p>
              <a:p>
                <a:pPr marL="0" lvl="1" indent="0">
                  <a:spcBef>
                    <a:spcPts val="1000"/>
                  </a:spcBef>
                  <a:spcAft>
                    <a:spcPts val="600"/>
                  </a:spcAft>
                  <a:buFont typeface="Arial" panose="020B0604020202020204" pitchFamily="34" charset="0"/>
                  <a:buNone/>
                </a:pPr>
                <a:r>
                  <a:rPr lang="en-US" sz="1400" dirty="0"/>
                  <a:t>Runs the function underneath for each step. Minimizing computational cost with NumPy vectorization and operations.</a:t>
                </a:r>
              </a:p>
              <a:p>
                <a:pPr marL="0" lvl="1" indent="0">
                  <a:spcBef>
                    <a:spcPts val="1000"/>
                  </a:spcBef>
                  <a:spcAft>
                    <a:spcPts val="600"/>
                  </a:spcAft>
                  <a:buFont typeface="Arial" panose="020B0604020202020204" pitchFamily="34" charset="0"/>
                  <a:buNone/>
                </a:pPr>
                <a:r>
                  <a:rPr lang="en-US" sz="1400" dirty="0"/>
                  <a:t>Stops at around </a:t>
                </a:r>
                <a14:m>
                  <m:oMath xmlns:m="http://schemas.openxmlformats.org/officeDocument/2006/math">
                    <m:r>
                      <a:rPr lang="nb-NO" sz="1400" b="0" i="1" smtClean="0">
                        <a:latin typeface="Cambria Math" panose="02040503050406030204" pitchFamily="18" charset="0"/>
                      </a:rPr>
                      <m:t>150 000 −200 000</m:t>
                    </m:r>
                  </m:oMath>
                </a14:m>
                <a:r>
                  <a:rPr lang="en-US" sz="1400" dirty="0"/>
                  <a:t> iterations.</a:t>
                </a:r>
              </a:p>
            </p:txBody>
          </p:sp>
        </mc:Choice>
        <mc:Fallback>
          <p:sp>
            <p:nvSpPr>
              <p:cNvPr id="8" name="TekstSylinder 7">
                <a:extLst>
                  <a:ext uri="{FF2B5EF4-FFF2-40B4-BE49-F238E27FC236}">
                    <a16:creationId xmlns:a16="http://schemas.microsoft.com/office/drawing/2014/main" id="{8A11234D-6DDC-4BB6-81B9-E56BEAEF3AF0}"/>
                  </a:ext>
                </a:extLst>
              </p:cNvPr>
              <p:cNvSpPr txBox="1">
                <a:spLocks noRot="1" noChangeAspect="1" noMove="1" noResize="1" noEditPoints="1" noAdjustHandles="1" noChangeArrowheads="1" noChangeShapeType="1" noTextEdit="1"/>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380744"/>
                <a:ext cx="4183329" cy="4983480"/>
              </a:xfrm>
              <a:prstGeom prst="rect">
                <a:avLst/>
              </a:prstGeom>
              <a:blipFill>
                <a:blip r:embed="rId3"/>
                <a:stretch>
                  <a:fillRect l="-437" t="-122"/>
                </a:stretch>
              </a:blipFill>
            </p:spPr>
            <p:txBody>
              <a:bodyPr/>
              <a:lstStyle/>
              <a:p>
                <a:r>
                  <a:rPr lang="en-US">
                    <a:noFill/>
                  </a:rPr>
                  <a:t> </a:t>
                </a:r>
              </a:p>
            </p:txBody>
          </p:sp>
        </mc:Fallback>
      </mc:AlternateContent>
      <p:sp>
        <p:nvSpPr>
          <p:cNvPr id="6" name="Plassholder for lysbildenummer 5">
            <a:extLst>
              <a:ext uri="{FF2B5EF4-FFF2-40B4-BE49-F238E27FC236}">
                <a16:creationId xmlns:a16="http://schemas.microsoft.com/office/drawing/2014/main" id="{B5F9E7FE-8900-A36C-93C0-3B39B5C1F33A}"/>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16</a:t>
            </a:fld>
            <a:endParaRPr lang="en-US"/>
          </a:p>
        </p:txBody>
      </p:sp>
      <p:pic>
        <p:nvPicPr>
          <p:cNvPr id="13" name="Bilde 12">
            <a:extLst>
              <a:ext uri="{FF2B5EF4-FFF2-40B4-BE49-F238E27FC236}">
                <a16:creationId xmlns:a16="http://schemas.microsoft.com/office/drawing/2014/main" id="{F85536A0-64D5-45FA-8F86-37CABF1F7C41}"/>
              </a:ext>
            </a:extLst>
          </p:cNvPr>
          <p:cNvPicPr>
            <a:picLocks noChangeAspect="1"/>
          </p:cNvPicPr>
          <p:nvPr/>
        </p:nvPicPr>
        <p:blipFill>
          <a:blip r:embed="rId4"/>
          <a:stretch>
            <a:fillRect/>
          </a:stretch>
        </p:blipFill>
        <p:spPr>
          <a:xfrm>
            <a:off x="429768" y="4034033"/>
            <a:ext cx="5931813" cy="2035426"/>
          </a:xfrm>
          <a:prstGeom prst="rect">
            <a:avLst/>
          </a:prstGeom>
        </p:spPr>
      </p:pic>
      <p:pic>
        <p:nvPicPr>
          <p:cNvPr id="15" name="Bilde 14">
            <a:extLst>
              <a:ext uri="{FF2B5EF4-FFF2-40B4-BE49-F238E27FC236}">
                <a16:creationId xmlns:a16="http://schemas.microsoft.com/office/drawing/2014/main" id="{27BF15E0-C03B-3466-85E3-BB0568BE228C}"/>
              </a:ext>
            </a:extLst>
          </p:cNvPr>
          <p:cNvPicPr>
            <a:picLocks noChangeAspect="1"/>
          </p:cNvPicPr>
          <p:nvPr/>
        </p:nvPicPr>
        <p:blipFill>
          <a:blip r:embed="rId5"/>
          <a:stretch>
            <a:fillRect/>
          </a:stretch>
        </p:blipFill>
        <p:spPr>
          <a:xfrm>
            <a:off x="6562971" y="1252728"/>
            <a:ext cx="5314060" cy="4761507"/>
          </a:xfrm>
          <a:prstGeom prst="rect">
            <a:avLst/>
          </a:prstGeom>
        </p:spPr>
      </p:pic>
    </p:spTree>
    <p:extLst>
      <p:ext uri="{BB962C8B-B14F-4D97-AF65-F5344CB8AC3E}">
        <p14:creationId xmlns:p14="http://schemas.microsoft.com/office/powerpoint/2010/main" val="32877822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F780-9D68-247A-7356-CA39FD7C31EE}"/>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8312F5C3-E4C5-5EB5-093C-CABA0B5A7A85}"/>
              </a:ext>
            </a:extLst>
          </p:cNvPr>
          <p:cNvSpPr>
            <a:spLocks noGrp="1"/>
          </p:cNvSpPr>
          <p:nvPr>
            <p:ph type="title"/>
          </p:nvPr>
        </p:nvSpPr>
        <p:spPr>
          <a:xfrm>
            <a:off x="429768" y="320040"/>
            <a:ext cx="6858000" cy="932688"/>
          </a:xfrm>
        </p:spPr>
        <p:txBody>
          <a:bodyPr vert="horz" lIns="91440" tIns="45720" rIns="91440" bIns="45720" rtlCol="0" anchor="b">
            <a:normAutofit/>
          </a:bodyPr>
          <a:lstStyle/>
          <a:p>
            <a:r>
              <a:rPr lang="en-US" sz="2700" b="0" kern="1200" cap="all" baseline="0" dirty="0">
                <a:latin typeface="+mj-lt"/>
                <a:ea typeface="+mj-ea"/>
                <a:cs typeface="+mj-cs"/>
              </a:rPr>
              <a:t>2D random walk model: basic and probability-weighted movement</a:t>
            </a:r>
          </a:p>
        </p:txBody>
      </p:sp>
      <mc:AlternateContent xmlns:mc="http://schemas.openxmlformats.org/markup-compatibility/2006">
        <mc:Choice xmlns:a14="http://schemas.microsoft.com/office/drawing/2010/main" Requires="a14">
          <p:sp>
            <p:nvSpPr>
              <p:cNvPr id="8" name="TekstSylinder 7">
                <a:extLst>
                  <a:ext uri="{FF2B5EF4-FFF2-40B4-BE49-F238E27FC236}">
                    <a16:creationId xmlns:a16="http://schemas.microsoft.com/office/drawing/2014/main" id="{A820A630-FA0F-21C8-092B-0FB3CA6A209C}"/>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380744"/>
                <a:ext cx="4183329" cy="4983480"/>
              </a:xfrm>
              <a:prstGeom prst="rect">
                <a:avLst/>
              </a:prstGeom>
            </p:spPr>
            <p:txBody>
              <a:bodyPr>
                <a:normAutofit/>
              </a:bodyPr>
              <a:lstStyle/>
              <a:p>
                <a:pPr marL="0" indent="0">
                  <a:spcBef>
                    <a:spcPts val="2500"/>
                  </a:spcBef>
                  <a:spcAft>
                    <a:spcPts val="600"/>
                  </a:spcAft>
                  <a:buFont typeface="Arial" panose="020B0604020202020204" pitchFamily="34" charset="0"/>
                  <a:buNone/>
                </a:pPr>
                <a:r>
                  <a:rPr lang="en-US" sz="1400" b="1" dirty="0"/>
                  <a:t>Basic Random Walk Model -  Probability Weighted</a:t>
                </a:r>
              </a:p>
              <a:p>
                <a:pPr marL="0" lvl="1" indent="0">
                  <a:spcBef>
                    <a:spcPts val="1000"/>
                  </a:spcBef>
                  <a:spcAft>
                    <a:spcPts val="600"/>
                  </a:spcAft>
                  <a:buFont typeface="Arial" panose="020B0604020202020204" pitchFamily="34" charset="0"/>
                  <a:buNone/>
                </a:pPr>
                <a:r>
                  <a:rPr lang="nb-NO" sz="1400" dirty="0"/>
                  <a:t>Same </a:t>
                </a:r>
                <a:r>
                  <a:rPr lang="nb-NO" sz="1400" dirty="0" err="1"/>
                  <a:t>logic</a:t>
                </a:r>
                <a:r>
                  <a:rPr lang="nb-NO" sz="1400" dirty="0"/>
                  <a:t> as </a:t>
                </a:r>
                <a:r>
                  <a:rPr lang="nb-NO" sz="1400" dirty="0" err="1"/>
                  <a:t>previous</a:t>
                </a:r>
                <a:r>
                  <a:rPr lang="nb-NO" sz="1400" dirty="0"/>
                  <a:t> simulator, </a:t>
                </a:r>
                <a:r>
                  <a:rPr lang="nb-NO" sz="1400" dirty="0" err="1"/>
                  <a:t>but</a:t>
                </a:r>
                <a:r>
                  <a:rPr lang="nb-NO" sz="1400" dirty="0"/>
                  <a:t> </a:t>
                </a:r>
                <a:r>
                  <a:rPr lang="nb-NO" sz="1400" dirty="0" err="1"/>
                  <a:t>with</a:t>
                </a:r>
                <a:r>
                  <a:rPr lang="nb-NO" sz="1400" dirty="0"/>
                  <a:t> </a:t>
                </a:r>
                <a:r>
                  <a:rPr lang="nb-NO" sz="1400" dirty="0" err="1"/>
                  <a:t>weighted</a:t>
                </a:r>
                <a:r>
                  <a:rPr lang="nb-NO" sz="1400" dirty="0"/>
                  <a:t> </a:t>
                </a:r>
                <a:r>
                  <a:rPr lang="nb-NO" sz="1400" dirty="0" err="1"/>
                  <a:t>probability</a:t>
                </a:r>
                <a:endParaRPr lang="nb-NO" sz="1400" dirty="0"/>
              </a:p>
              <a:p>
                <a:pPr marL="0" lvl="1" indent="0">
                  <a:spcBef>
                    <a:spcPts val="1000"/>
                  </a:spcBef>
                  <a:spcAft>
                    <a:spcPts val="600"/>
                  </a:spcAft>
                  <a:buFont typeface="Arial" panose="020B0604020202020204" pitchFamily="34" charset="0"/>
                  <a:buNone/>
                </a:pPr>
                <a:r>
                  <a:rPr lang="nb-NO" sz="1400" dirty="0"/>
                  <a:t>All </a:t>
                </a:r>
                <a:r>
                  <a:rPr lang="nb-NO" sz="1400" dirty="0" err="1"/>
                  <a:t>the</a:t>
                </a:r>
                <a:r>
                  <a:rPr lang="nb-NO" sz="1400" dirty="0"/>
                  <a:t> </a:t>
                </a:r>
                <a:r>
                  <a:rPr lang="nb-NO" sz="1400" dirty="0" err="1"/>
                  <a:t>probabilities</a:t>
                </a:r>
                <a:r>
                  <a:rPr lang="nb-NO" sz="1400" dirty="0"/>
                  <a:t> </a:t>
                </a:r>
                <a:r>
                  <a:rPr lang="nb-NO" sz="1400" dirty="0" err="1"/>
                  <a:t>being</a:t>
                </a:r>
                <a:r>
                  <a:rPr lang="nb-NO" sz="1400" dirty="0"/>
                  <a:t> </a:t>
                </a:r>
                <a:r>
                  <a:rPr lang="nb-NO" sz="1400" dirty="0" err="1"/>
                  <a:t>equal</a:t>
                </a:r>
                <a:r>
                  <a:rPr lang="nb-NO" sz="1400" dirty="0"/>
                  <a:t>(</a:t>
                </a:r>
                <a14:m>
                  <m:oMath xmlns:m="http://schemas.openxmlformats.org/officeDocument/2006/math">
                    <m:r>
                      <m:rPr>
                        <m:sty m:val="p"/>
                      </m:rPr>
                      <a:rPr lang="nb-NO" sz="1400" b="0" i="0" smtClean="0">
                        <a:latin typeface="Cambria Math" panose="02040503050406030204" pitchFamily="18" charset="0"/>
                      </a:rPr>
                      <m:t>p</m:t>
                    </m:r>
                    <m:r>
                      <a:rPr lang="nb-NO" sz="1400" b="0" i="0" smtClean="0">
                        <a:latin typeface="Cambria Math" panose="02040503050406030204" pitchFamily="18" charset="0"/>
                      </a:rPr>
                      <m:t>=</m:t>
                    </m:r>
                    <m:f>
                      <m:fPr>
                        <m:ctrlPr>
                          <a:rPr lang="nb-NO" sz="1400" b="0" i="1" smtClean="0">
                            <a:latin typeface="Cambria Math" panose="02040503050406030204" pitchFamily="18" charset="0"/>
                          </a:rPr>
                        </m:ctrlPr>
                      </m:fPr>
                      <m:num>
                        <m:r>
                          <a:rPr lang="nb-NO" sz="1400" b="0" i="1" smtClean="0">
                            <a:latin typeface="Cambria Math" panose="02040503050406030204" pitchFamily="18" charset="0"/>
                          </a:rPr>
                          <m:t>1</m:t>
                        </m:r>
                      </m:num>
                      <m:den>
                        <m:r>
                          <a:rPr lang="nb-NO" sz="1400" b="0" i="1" smtClean="0">
                            <a:latin typeface="Cambria Math" panose="02040503050406030204" pitchFamily="18" charset="0"/>
                          </a:rPr>
                          <m:t>9</m:t>
                        </m:r>
                      </m:den>
                    </m:f>
                  </m:oMath>
                </a14:m>
                <a:r>
                  <a:rPr lang="nb-NO" sz="1400" dirty="0"/>
                  <a:t>), except </a:t>
                </a:r>
                <a:r>
                  <a:rPr lang="nb-NO" sz="1400" dirty="0" err="1"/>
                  <a:t>towards</a:t>
                </a:r>
                <a:r>
                  <a:rPr lang="nb-NO" sz="1400" dirty="0"/>
                  <a:t> </a:t>
                </a:r>
                <a:r>
                  <a:rPr lang="nb-NO" sz="1400" dirty="0" err="1"/>
                  <a:t>the</a:t>
                </a:r>
                <a:r>
                  <a:rPr lang="nb-NO" sz="1400" dirty="0"/>
                  <a:t> diagonals. </a:t>
                </a:r>
              </a:p>
              <a:p>
                <a:pPr marL="0" lvl="1" indent="0">
                  <a:spcBef>
                    <a:spcPts val="1000"/>
                  </a:spcBef>
                  <a:spcAft>
                    <a:spcPts val="600"/>
                  </a:spcAft>
                  <a:buFont typeface="Arial" panose="020B0604020202020204" pitchFamily="34" charset="0"/>
                  <a:buNone/>
                </a:pPr>
                <a:r>
                  <a:rPr lang="nb-NO" sz="1400" dirty="0" err="1"/>
                  <a:t>Average</a:t>
                </a:r>
                <a:r>
                  <a:rPr lang="nb-NO" sz="1400" dirty="0"/>
                  <a:t> </a:t>
                </a:r>
                <a:r>
                  <a:rPr lang="nb-NO" sz="1400" dirty="0" err="1"/>
                  <a:t>iterations</a:t>
                </a:r>
                <a:r>
                  <a:rPr lang="nb-NO" sz="1400" dirty="0"/>
                  <a:t> </a:t>
                </a:r>
                <a:r>
                  <a:rPr lang="nb-NO" sz="1400" dirty="0" err="1"/>
                  <a:t>needed</a:t>
                </a:r>
                <a:r>
                  <a:rPr lang="nb-NO" sz="1400" dirty="0"/>
                  <a:t> to </a:t>
                </a:r>
                <a:r>
                  <a:rPr lang="nb-NO" sz="1400" dirty="0" err="1"/>
                  <a:t>reach</a:t>
                </a:r>
                <a:r>
                  <a:rPr lang="nb-NO" sz="1400" dirty="0"/>
                  <a:t> </a:t>
                </a:r>
                <a:r>
                  <a:rPr lang="nb-NO" sz="1400" dirty="0" err="1"/>
                  <a:t>boundary</a:t>
                </a:r>
                <a:r>
                  <a:rPr lang="nb-NO" sz="1400" dirty="0"/>
                  <a:t> </a:t>
                </a:r>
                <a:r>
                  <a:rPr lang="nb-NO" sz="1400" dirty="0" err="1"/>
                  <a:t>around</a:t>
                </a:r>
                <a:r>
                  <a:rPr lang="nb-NO" sz="1400" dirty="0"/>
                  <a:t> </a:t>
                </a:r>
                <a14:m>
                  <m:oMath xmlns:m="http://schemas.openxmlformats.org/officeDocument/2006/math">
                    <m:r>
                      <a:rPr lang="nb-NO" sz="1400" b="0" i="1" smtClean="0">
                        <a:latin typeface="Cambria Math" panose="02040503050406030204" pitchFamily="18" charset="0"/>
                      </a:rPr>
                      <m:t>90 000</m:t>
                    </m:r>
                  </m:oMath>
                </a14:m>
                <a:r>
                  <a:rPr lang="en-US" sz="1400" dirty="0"/>
                  <a:t>.</a:t>
                </a:r>
              </a:p>
              <a:p>
                <a:pPr marL="0" lvl="1" indent="0">
                  <a:spcBef>
                    <a:spcPts val="1000"/>
                  </a:spcBef>
                  <a:spcAft>
                    <a:spcPts val="600"/>
                  </a:spcAft>
                  <a:buFont typeface="Arial" panose="020B0604020202020204" pitchFamily="34" charset="0"/>
                  <a:buNone/>
                </a:pPr>
                <a:r>
                  <a:rPr lang="en-US" sz="1400" dirty="0"/>
                  <a:t>We already see the computations take a long time.</a:t>
                </a:r>
              </a:p>
            </p:txBody>
          </p:sp>
        </mc:Choice>
        <mc:Fallback>
          <p:sp>
            <p:nvSpPr>
              <p:cNvPr id="8" name="TekstSylinder 7">
                <a:extLst>
                  <a:ext uri="{FF2B5EF4-FFF2-40B4-BE49-F238E27FC236}">
                    <a16:creationId xmlns:a16="http://schemas.microsoft.com/office/drawing/2014/main" id="{A820A630-FA0F-21C8-092B-0FB3CA6A209C}"/>
                  </a:ext>
                </a:extLst>
              </p:cNvPr>
              <p:cNvSpPr txBox="1">
                <a:spLocks noRot="1" noChangeAspect="1" noMove="1" noResize="1" noEditPoints="1" noAdjustHandles="1" noChangeArrowheads="1" noChangeShapeType="1" noTextEdit="1"/>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1380744"/>
                <a:ext cx="4183329" cy="4983480"/>
              </a:xfrm>
              <a:prstGeom prst="rect">
                <a:avLst/>
              </a:prstGeom>
              <a:blipFill>
                <a:blip r:embed="rId3"/>
                <a:stretch>
                  <a:fillRect l="-437" t="-122"/>
                </a:stretch>
              </a:blipFill>
            </p:spPr>
            <p:txBody>
              <a:bodyPr/>
              <a:lstStyle/>
              <a:p>
                <a:r>
                  <a:rPr lang="en-US">
                    <a:noFill/>
                  </a:rPr>
                  <a:t> </a:t>
                </a:r>
              </a:p>
            </p:txBody>
          </p:sp>
        </mc:Fallback>
      </mc:AlternateContent>
      <p:sp>
        <p:nvSpPr>
          <p:cNvPr id="6" name="Plassholder for lysbildenummer 5">
            <a:extLst>
              <a:ext uri="{FF2B5EF4-FFF2-40B4-BE49-F238E27FC236}">
                <a16:creationId xmlns:a16="http://schemas.microsoft.com/office/drawing/2014/main" id="{550A4246-D25E-762D-F4EE-8863FBA7E751}"/>
              </a:ext>
            </a:extLst>
          </p:cNvPr>
          <p:cNvSpPr>
            <a:spLocks noGrp="1"/>
          </p:cNvSpPr>
          <p:nvPr>
            <p:ph type="sldNum" sz="quarter" idx="12"/>
          </p:nvPr>
        </p:nvSpPr>
        <p:spPr>
          <a:xfrm>
            <a:off x="11648431" y="6490524"/>
            <a:ext cx="457200" cy="336141"/>
          </a:xfrm>
        </p:spPr>
        <p:txBody>
          <a:bodyPr vert="horz" lIns="91440" tIns="45720" rIns="91440" bIns="45720" rtlCol="0" anchor="ctr">
            <a:normAutofit/>
          </a:bodyPr>
          <a:lstStyle/>
          <a:p>
            <a:pPr>
              <a:spcAft>
                <a:spcPts val="600"/>
              </a:spcAft>
            </a:pPr>
            <a:fld id="{84C450F2-3BB4-4AE4-8A35-A9D7AEA4C850}" type="slidenum">
              <a:rPr lang="en-US" smtClean="0"/>
              <a:pPr>
                <a:spcAft>
                  <a:spcPts val="600"/>
                </a:spcAft>
              </a:pPr>
              <a:t>17</a:t>
            </a:fld>
            <a:endParaRPr lang="en-US"/>
          </a:p>
        </p:txBody>
      </p:sp>
      <p:pic>
        <p:nvPicPr>
          <p:cNvPr id="4" name="Bilde 3">
            <a:extLst>
              <a:ext uri="{FF2B5EF4-FFF2-40B4-BE49-F238E27FC236}">
                <a16:creationId xmlns:a16="http://schemas.microsoft.com/office/drawing/2014/main" id="{43DA0CC2-6A5F-44D8-8632-1CCD63371148}"/>
              </a:ext>
            </a:extLst>
          </p:cNvPr>
          <p:cNvPicPr>
            <a:picLocks noChangeAspect="1"/>
          </p:cNvPicPr>
          <p:nvPr/>
        </p:nvPicPr>
        <p:blipFill>
          <a:blip r:embed="rId4"/>
          <a:stretch>
            <a:fillRect/>
          </a:stretch>
        </p:blipFill>
        <p:spPr>
          <a:xfrm>
            <a:off x="566444" y="4912230"/>
            <a:ext cx="4354997" cy="1130052"/>
          </a:xfrm>
          <a:prstGeom prst="rect">
            <a:avLst/>
          </a:prstGeom>
        </p:spPr>
      </p:pic>
      <p:pic>
        <p:nvPicPr>
          <p:cNvPr id="11" name="Bilde 10">
            <a:extLst>
              <a:ext uri="{FF2B5EF4-FFF2-40B4-BE49-F238E27FC236}">
                <a16:creationId xmlns:a16="http://schemas.microsoft.com/office/drawing/2014/main" id="{ED059895-F1F6-B945-F4EC-F01811F11BD3}"/>
              </a:ext>
            </a:extLst>
          </p:cNvPr>
          <p:cNvPicPr>
            <a:picLocks noChangeAspect="1"/>
          </p:cNvPicPr>
          <p:nvPr/>
        </p:nvPicPr>
        <p:blipFill>
          <a:blip r:embed="rId5"/>
          <a:stretch>
            <a:fillRect/>
          </a:stretch>
        </p:blipFill>
        <p:spPr>
          <a:xfrm>
            <a:off x="5651667" y="1225760"/>
            <a:ext cx="6453964" cy="5293448"/>
          </a:xfrm>
          <a:prstGeom prst="rect">
            <a:avLst/>
          </a:prstGeom>
        </p:spPr>
      </p:pic>
    </p:spTree>
    <p:extLst>
      <p:ext uri="{BB962C8B-B14F-4D97-AF65-F5344CB8AC3E}">
        <p14:creationId xmlns:p14="http://schemas.microsoft.com/office/powerpoint/2010/main" val="20764312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F1A2D71-46B3-FC92-6540-318C4B17AC58}"/>
              </a:ext>
            </a:extLst>
          </p:cNvPr>
          <p:cNvSpPr>
            <a:spLocks noGrp="1"/>
          </p:cNvSpPr>
          <p:nvPr>
            <p:ph type="title"/>
          </p:nvPr>
        </p:nvSpPr>
        <p:spPr>
          <a:xfrm>
            <a:off x="1088136" y="265824"/>
            <a:ext cx="9922764" cy="1294228"/>
          </a:xfrm>
        </p:spPr>
        <p:txBody>
          <a:bodyPr/>
          <a:lstStyle/>
          <a:p>
            <a:r>
              <a:rPr lang="nb-NO" dirty="0" err="1"/>
              <a:t>Optimization</a:t>
            </a:r>
            <a:r>
              <a:rPr lang="nb-NO" dirty="0"/>
              <a:t> </a:t>
            </a:r>
            <a:r>
              <a:rPr lang="nb-NO" dirty="0" err="1"/>
              <a:t>of</a:t>
            </a:r>
            <a:r>
              <a:rPr lang="nb-NO" dirty="0"/>
              <a:t> </a:t>
            </a:r>
            <a:r>
              <a:rPr lang="nb-NO" dirty="0" err="1"/>
              <a:t>code</a:t>
            </a:r>
            <a:endParaRPr lang="en-US" dirty="0"/>
          </a:p>
        </p:txBody>
      </p:sp>
      <p:sp>
        <p:nvSpPr>
          <p:cNvPr id="3" name="Plassholder for innhold 2">
            <a:extLst>
              <a:ext uri="{FF2B5EF4-FFF2-40B4-BE49-F238E27FC236}">
                <a16:creationId xmlns:a16="http://schemas.microsoft.com/office/drawing/2014/main" id="{305851AA-95C4-D3D3-835C-4ABD3D09161A}"/>
              </a:ext>
            </a:extLst>
          </p:cNvPr>
          <p:cNvSpPr>
            <a:spLocks noGrp="1"/>
          </p:cNvSpPr>
          <p:nvPr>
            <p:ph idx="1"/>
          </p:nvPr>
        </p:nvSpPr>
        <p:spPr>
          <a:xfrm>
            <a:off x="1060426" y="1126978"/>
            <a:ext cx="9922764" cy="3838722"/>
          </a:xfrm>
        </p:spPr>
        <p:txBody>
          <a:bodyPr/>
          <a:lstStyle/>
          <a:p>
            <a:r>
              <a:rPr lang="en-US" sz="1600" dirty="0"/>
              <a:t>We are going to see more steps and implement a chunk size simulator along the path.</a:t>
            </a:r>
          </a:p>
          <a:p>
            <a:r>
              <a:rPr lang="en-US" sz="1600" dirty="0"/>
              <a:t>Will speed up because we are reducing overhead and using vectorized operations on more numbers.</a:t>
            </a:r>
          </a:p>
          <a:p>
            <a:r>
              <a:rPr lang="en-US" sz="1600" dirty="0"/>
              <a:t>Too large chunks gives RAM-issues and slow down computations.</a:t>
            </a:r>
          </a:p>
          <a:p>
            <a:pPr marL="0" indent="0">
              <a:buNone/>
            </a:pPr>
            <a:endParaRPr lang="en-US" sz="1600" dirty="0"/>
          </a:p>
        </p:txBody>
      </p:sp>
      <p:sp>
        <p:nvSpPr>
          <p:cNvPr id="4" name="Plassholder for lysbildenummer 3">
            <a:extLst>
              <a:ext uri="{FF2B5EF4-FFF2-40B4-BE49-F238E27FC236}">
                <a16:creationId xmlns:a16="http://schemas.microsoft.com/office/drawing/2014/main" id="{4B2E3425-4190-6D4A-918C-42DBB6D2EEC5}"/>
              </a:ext>
            </a:extLst>
          </p:cNvPr>
          <p:cNvSpPr>
            <a:spLocks noGrp="1"/>
          </p:cNvSpPr>
          <p:nvPr>
            <p:ph type="sldNum" sz="quarter" idx="12"/>
          </p:nvPr>
        </p:nvSpPr>
        <p:spPr/>
        <p:txBody>
          <a:bodyPr/>
          <a:lstStyle/>
          <a:p>
            <a:fld id="{719D7796-F675-488F-AC46-C88938C80352}" type="slidenum">
              <a:rPr lang="en-US" smtClean="0"/>
              <a:t>18</a:t>
            </a:fld>
            <a:endParaRPr lang="en-US"/>
          </a:p>
        </p:txBody>
      </p:sp>
      <p:pic>
        <p:nvPicPr>
          <p:cNvPr id="6" name="Bilde 5">
            <a:extLst>
              <a:ext uri="{FF2B5EF4-FFF2-40B4-BE49-F238E27FC236}">
                <a16:creationId xmlns:a16="http://schemas.microsoft.com/office/drawing/2014/main" id="{8FDC5B2A-BDF1-6D84-CB21-2521697940AA}"/>
              </a:ext>
            </a:extLst>
          </p:cNvPr>
          <p:cNvPicPr>
            <a:picLocks noChangeAspect="1"/>
          </p:cNvPicPr>
          <p:nvPr/>
        </p:nvPicPr>
        <p:blipFill>
          <a:blip r:embed="rId3"/>
          <a:srcRect t="5580"/>
          <a:stretch>
            <a:fillRect/>
          </a:stretch>
        </p:blipFill>
        <p:spPr>
          <a:xfrm>
            <a:off x="2719864" y="2780515"/>
            <a:ext cx="6752272" cy="3811661"/>
          </a:xfrm>
          <a:prstGeom prst="rect">
            <a:avLst/>
          </a:prstGeom>
        </p:spPr>
      </p:pic>
      <p:sp>
        <p:nvSpPr>
          <p:cNvPr id="7" name="TekstSylinder 6">
            <a:extLst>
              <a:ext uri="{FF2B5EF4-FFF2-40B4-BE49-F238E27FC236}">
                <a16:creationId xmlns:a16="http://schemas.microsoft.com/office/drawing/2014/main" id="{B09D04FC-F6DE-88E1-D262-0D950F7496A9}"/>
              </a:ext>
            </a:extLst>
          </p:cNvPr>
          <p:cNvSpPr txBox="1"/>
          <p:nvPr/>
        </p:nvSpPr>
        <p:spPr>
          <a:xfrm>
            <a:off x="4421414" y="2472738"/>
            <a:ext cx="4748980" cy="307777"/>
          </a:xfrm>
          <a:prstGeom prst="rect">
            <a:avLst/>
          </a:prstGeom>
          <a:noFill/>
        </p:spPr>
        <p:txBody>
          <a:bodyPr wrap="square" rtlCol="0">
            <a:spAutoFit/>
          </a:bodyPr>
          <a:lstStyle/>
          <a:p>
            <a:r>
              <a:rPr lang="nb-NO" sz="1400" dirty="0"/>
              <a:t>Time </a:t>
            </a:r>
            <a:r>
              <a:rPr lang="nb-NO" sz="1400" dirty="0" err="1"/>
              <a:t>vs</a:t>
            </a:r>
            <a:r>
              <a:rPr lang="nb-NO" sz="1400" dirty="0"/>
              <a:t> </a:t>
            </a:r>
            <a:r>
              <a:rPr lang="nb-NO" sz="1400" dirty="0" err="1"/>
              <a:t>Numbers</a:t>
            </a:r>
            <a:r>
              <a:rPr lang="nb-NO" sz="1400" dirty="0"/>
              <a:t> </a:t>
            </a:r>
            <a:r>
              <a:rPr lang="nb-NO" sz="1400" dirty="0" err="1"/>
              <a:t>of</a:t>
            </a:r>
            <a:r>
              <a:rPr lang="nb-NO" sz="1400" dirty="0"/>
              <a:t> </a:t>
            </a:r>
            <a:r>
              <a:rPr lang="nb-NO" sz="1400" dirty="0" err="1"/>
              <a:t>steps</a:t>
            </a:r>
            <a:r>
              <a:rPr lang="nb-NO" sz="1400" dirty="0"/>
              <a:t> per </a:t>
            </a:r>
            <a:r>
              <a:rPr lang="nb-NO" sz="1400" dirty="0" err="1"/>
              <a:t>chunk</a:t>
            </a:r>
            <a:endParaRPr lang="en-US" sz="1400" dirty="0"/>
          </a:p>
        </p:txBody>
      </p:sp>
    </p:spTree>
    <p:extLst>
      <p:ext uri="{BB962C8B-B14F-4D97-AF65-F5344CB8AC3E}">
        <p14:creationId xmlns:p14="http://schemas.microsoft.com/office/powerpoint/2010/main" val="20454315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0D3F70E0-AB4D-7DD0-ED87-427D24E74FE3}"/>
              </a:ext>
            </a:extLst>
          </p:cNvPr>
          <p:cNvSpPr>
            <a:spLocks noGrp="1"/>
          </p:cNvSpPr>
          <p:nvPr>
            <p:ph type="title"/>
          </p:nvPr>
        </p:nvSpPr>
        <p:spPr>
          <a:xfrm>
            <a:off x="1088136" y="299302"/>
            <a:ext cx="9922764" cy="1294228"/>
          </a:xfrm>
        </p:spPr>
        <p:txBody>
          <a:bodyPr>
            <a:normAutofit/>
          </a:bodyPr>
          <a:lstStyle/>
          <a:p>
            <a:r>
              <a:rPr lang="en-US" sz="3600" dirty="0"/>
              <a:t>Random Walk Model of Contaminant Transporting Aquifers (Unbiased)</a:t>
            </a:r>
          </a:p>
        </p:txBody>
      </p:sp>
      <p:sp>
        <p:nvSpPr>
          <p:cNvPr id="3" name="Plassholder for innhold 2">
            <a:extLst>
              <a:ext uri="{FF2B5EF4-FFF2-40B4-BE49-F238E27FC236}">
                <a16:creationId xmlns:a16="http://schemas.microsoft.com/office/drawing/2014/main" id="{406057F0-DA55-54CE-ED4F-ACD70E90EF14}"/>
              </a:ext>
            </a:extLst>
          </p:cNvPr>
          <p:cNvSpPr>
            <a:spLocks noGrp="1"/>
          </p:cNvSpPr>
          <p:nvPr>
            <p:ph idx="1"/>
          </p:nvPr>
        </p:nvSpPr>
        <p:spPr>
          <a:xfrm>
            <a:off x="1088136" y="1593530"/>
            <a:ext cx="5007864" cy="3838722"/>
          </a:xfrm>
        </p:spPr>
        <p:txBody>
          <a:bodyPr/>
          <a:lstStyle/>
          <a:p>
            <a:pPr>
              <a:buFont typeface="Arial" panose="020B0604020202020204" pitchFamily="34" charset="0"/>
              <a:buChar char="•"/>
            </a:pPr>
            <a:r>
              <a:rPr lang="en-US" dirty="0"/>
              <a:t>Simulate 150 000 years for 500 walkers and record the trajectories.</a:t>
            </a:r>
          </a:p>
          <a:p>
            <a:pPr>
              <a:buFont typeface="Arial" panose="020B0604020202020204" pitchFamily="34" charset="0"/>
              <a:buChar char="•"/>
            </a:pPr>
            <a:r>
              <a:rPr lang="en-US" dirty="0"/>
              <a:t>Probability that the contaminant visited a grid cell a random year</a:t>
            </a:r>
          </a:p>
        </p:txBody>
      </p:sp>
      <p:sp>
        <p:nvSpPr>
          <p:cNvPr id="4" name="Plassholder for lysbildenummer 3">
            <a:extLst>
              <a:ext uri="{FF2B5EF4-FFF2-40B4-BE49-F238E27FC236}">
                <a16:creationId xmlns:a16="http://schemas.microsoft.com/office/drawing/2014/main" id="{32E219F3-5BAE-58DB-96CD-F562B6E26C9A}"/>
              </a:ext>
            </a:extLst>
          </p:cNvPr>
          <p:cNvSpPr>
            <a:spLocks noGrp="1"/>
          </p:cNvSpPr>
          <p:nvPr>
            <p:ph type="sldNum" sz="quarter" idx="12"/>
          </p:nvPr>
        </p:nvSpPr>
        <p:spPr/>
        <p:txBody>
          <a:bodyPr/>
          <a:lstStyle/>
          <a:p>
            <a:fld id="{719D7796-F675-488F-AC46-C88938C80352}" type="slidenum">
              <a:rPr lang="en-US" smtClean="0"/>
              <a:t>19</a:t>
            </a:fld>
            <a:endParaRPr lang="en-US"/>
          </a:p>
        </p:txBody>
      </p:sp>
      <p:pic>
        <p:nvPicPr>
          <p:cNvPr id="6" name="Bilde 5">
            <a:extLst>
              <a:ext uri="{FF2B5EF4-FFF2-40B4-BE49-F238E27FC236}">
                <a16:creationId xmlns:a16="http://schemas.microsoft.com/office/drawing/2014/main" id="{EAA762AC-CC2F-3CAA-C4C9-DBBDE1A547B9}"/>
              </a:ext>
            </a:extLst>
          </p:cNvPr>
          <p:cNvPicPr>
            <a:picLocks noChangeAspect="1"/>
          </p:cNvPicPr>
          <p:nvPr/>
        </p:nvPicPr>
        <p:blipFill>
          <a:blip r:embed="rId3"/>
          <a:stretch>
            <a:fillRect/>
          </a:stretch>
        </p:blipFill>
        <p:spPr>
          <a:xfrm>
            <a:off x="6096000" y="1737359"/>
            <a:ext cx="5976729" cy="4508500"/>
          </a:xfrm>
          <a:prstGeom prst="rect">
            <a:avLst/>
          </a:prstGeom>
        </p:spPr>
      </p:pic>
    </p:spTree>
    <p:extLst>
      <p:ext uri="{BB962C8B-B14F-4D97-AF65-F5344CB8AC3E}">
        <p14:creationId xmlns:p14="http://schemas.microsoft.com/office/powerpoint/2010/main" val="3623951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CBF9-15C9-53B7-D3E7-E5E85C8281D6}"/>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7B68403B-034E-D717-450C-38B013434A96}"/>
              </a:ext>
            </a:extLst>
          </p:cNvPr>
          <p:cNvSpPr>
            <a:spLocks noGrp="1"/>
          </p:cNvSpPr>
          <p:nvPr>
            <p:ph type="title"/>
          </p:nvPr>
        </p:nvSpPr>
        <p:spPr>
          <a:xfrm>
            <a:off x="1088136" y="299302"/>
            <a:ext cx="9922764" cy="1294228"/>
          </a:xfrm>
        </p:spPr>
        <p:txBody>
          <a:bodyPr>
            <a:normAutofit/>
          </a:bodyPr>
          <a:lstStyle/>
          <a:p>
            <a:r>
              <a:rPr lang="en-US" sz="3600" dirty="0"/>
              <a:t>Random Walk Model of Contaminant Transporting Aquifers (Unbiased)</a:t>
            </a:r>
          </a:p>
        </p:txBody>
      </p:sp>
      <mc:AlternateContent xmlns:mc="http://schemas.openxmlformats.org/markup-compatibility/2006">
        <mc:Choice xmlns:a14="http://schemas.microsoft.com/office/drawing/2010/main" Requires="a14">
          <p:sp>
            <p:nvSpPr>
              <p:cNvPr id="3" name="Plassholder for innhold 2">
                <a:extLst>
                  <a:ext uri="{FF2B5EF4-FFF2-40B4-BE49-F238E27FC236}">
                    <a16:creationId xmlns:a16="http://schemas.microsoft.com/office/drawing/2014/main" id="{0E2EA0EA-F879-8CD4-6082-DFAF178E8C9D}"/>
                  </a:ext>
                </a:extLst>
              </p:cNvPr>
              <p:cNvSpPr>
                <a:spLocks noGrp="1"/>
              </p:cNvSpPr>
              <p:nvPr>
                <p:ph idx="1"/>
              </p:nvPr>
            </p:nvSpPr>
            <p:spPr>
              <a:xfrm>
                <a:off x="1088136" y="1593530"/>
                <a:ext cx="5007864" cy="3838722"/>
              </a:xfrm>
            </p:spPr>
            <p:txBody>
              <a:bodyPr/>
              <a:lstStyle/>
              <a:p>
                <a:pPr>
                  <a:buFont typeface="Arial" panose="020B0604020202020204" pitchFamily="34" charset="0"/>
                  <a:buChar char="•"/>
                </a:pPr>
                <a:r>
                  <a:rPr lang="nb-NO" dirty="0" err="1"/>
                  <a:t>Simulate</a:t>
                </a:r>
                <a:r>
                  <a:rPr lang="nb-NO" dirty="0"/>
                  <a:t> 200 </a:t>
                </a:r>
                <a:r>
                  <a:rPr lang="nb-NO" dirty="0" err="1"/>
                  <a:t>walks</a:t>
                </a:r>
                <a:r>
                  <a:rPr lang="nb-NO" dirty="0"/>
                  <a:t> </a:t>
                </a:r>
                <a:r>
                  <a:rPr lang="nb-NO" dirty="0" err="1"/>
                  <a:t>when</a:t>
                </a:r>
                <a:r>
                  <a:rPr lang="nb-NO" dirty="0"/>
                  <a:t> </a:t>
                </a:r>
                <a:r>
                  <a:rPr lang="nb-NO" dirty="0" err="1"/>
                  <a:t>the</a:t>
                </a:r>
                <a:r>
                  <a:rPr lang="nb-NO" dirty="0"/>
                  <a:t> </a:t>
                </a:r>
                <a:r>
                  <a:rPr lang="nb-NO" dirty="0" err="1"/>
                  <a:t>contaminant</a:t>
                </a:r>
                <a:r>
                  <a:rPr lang="nb-NO" dirty="0"/>
                  <a:t> first </a:t>
                </a:r>
                <a:r>
                  <a:rPr lang="nb-NO" dirty="0" err="1"/>
                  <a:t>reaches</a:t>
                </a:r>
                <a:r>
                  <a:rPr lang="nb-NO" dirty="0"/>
                  <a:t> a </a:t>
                </a:r>
                <a:r>
                  <a:rPr lang="nb-NO" dirty="0" err="1"/>
                  <a:t>distance</a:t>
                </a:r>
                <a:r>
                  <a:rPr lang="nb-NO" dirty="0"/>
                  <a:t> </a:t>
                </a:r>
                <a:r>
                  <a:rPr lang="nb-NO" dirty="0" err="1"/>
                  <a:t>of</a:t>
                </a:r>
                <a:r>
                  <a:rPr lang="nb-NO" dirty="0"/>
                  <a:t> </a:t>
                </a:r>
                <a14:m>
                  <m:oMath xmlns:m="http://schemas.openxmlformats.org/officeDocument/2006/math">
                    <m:r>
                      <a:rPr lang="nb-NO" b="0" i="1" smtClean="0">
                        <a:latin typeface="Cambria Math" panose="02040503050406030204" pitchFamily="18" charset="0"/>
                      </a:rPr>
                      <m:t>10</m:t>
                    </m:r>
                    <m:r>
                      <a:rPr lang="nb-NO" b="0" i="1" smtClean="0">
                        <a:latin typeface="Cambria Math" panose="02040503050406030204" pitchFamily="18" charset="0"/>
                      </a:rPr>
                      <m:t>𝑘𝑚</m:t>
                    </m:r>
                  </m:oMath>
                </a14:m>
                <a:r>
                  <a:rPr lang="en-US" dirty="0"/>
                  <a:t> from the source.</a:t>
                </a:r>
              </a:p>
              <a:p>
                <a:pPr>
                  <a:buFont typeface="Arial" panose="020B0604020202020204" pitchFamily="34" charset="0"/>
                  <a:buChar char="•"/>
                </a:pPr>
                <a:r>
                  <a:rPr lang="en-US" dirty="0"/>
                  <a:t>Lowest simulated time (around 150 000 years) is much higher than lowest arrival time possible (1000 years)</a:t>
                </a:r>
              </a:p>
              <a:p>
                <a:pPr>
                  <a:buFont typeface="Arial" panose="020B0604020202020204" pitchFamily="34" charset="0"/>
                  <a:buChar char="•"/>
                </a:pPr>
                <a:r>
                  <a:rPr lang="en-US" dirty="0"/>
                  <a:t>Should not be approximated to a normal distribution.</a:t>
                </a:r>
              </a:p>
              <a:p>
                <a:pPr>
                  <a:buFont typeface="Arial" panose="020B0604020202020204" pitchFamily="34" charset="0"/>
                  <a:buChar char="•"/>
                </a:pPr>
                <a:endParaRPr lang="en-US" dirty="0"/>
              </a:p>
              <a:p>
                <a:pPr>
                  <a:buFont typeface="Arial" panose="020B0604020202020204" pitchFamily="34" charset="0"/>
                  <a:buChar char="•"/>
                </a:pPr>
                <a:endParaRPr lang="en-US" dirty="0"/>
              </a:p>
            </p:txBody>
          </p:sp>
        </mc:Choice>
        <mc:Fallback>
          <p:sp>
            <p:nvSpPr>
              <p:cNvPr id="3" name="Plassholder for innhold 2">
                <a:extLst>
                  <a:ext uri="{FF2B5EF4-FFF2-40B4-BE49-F238E27FC236}">
                    <a16:creationId xmlns:a16="http://schemas.microsoft.com/office/drawing/2014/main" id="{0E2EA0EA-F879-8CD4-6082-DFAF178E8C9D}"/>
                  </a:ext>
                </a:extLst>
              </p:cNvPr>
              <p:cNvSpPr>
                <a:spLocks noGrp="1" noRot="1" noChangeAspect="1" noMove="1" noResize="1" noEditPoints="1" noAdjustHandles="1" noChangeArrowheads="1" noChangeShapeType="1" noTextEdit="1"/>
              </p:cNvSpPr>
              <p:nvPr>
                <p:ph idx="1"/>
              </p:nvPr>
            </p:nvSpPr>
            <p:spPr>
              <a:xfrm>
                <a:off x="1088136" y="1593530"/>
                <a:ext cx="5007864" cy="3838722"/>
              </a:xfrm>
              <a:blipFill>
                <a:blip r:embed="rId3"/>
                <a:stretch>
                  <a:fillRect l="-8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26A775D3-7265-4AEF-A647-DC13E5E1793D}"/>
              </a:ext>
            </a:extLst>
          </p:cNvPr>
          <p:cNvSpPr>
            <a:spLocks noGrp="1"/>
          </p:cNvSpPr>
          <p:nvPr>
            <p:ph type="sldNum" sz="quarter" idx="12"/>
          </p:nvPr>
        </p:nvSpPr>
        <p:spPr/>
        <p:txBody>
          <a:bodyPr/>
          <a:lstStyle/>
          <a:p>
            <a:fld id="{719D7796-F675-488F-AC46-C88938C80352}" type="slidenum">
              <a:rPr lang="en-US" smtClean="0"/>
              <a:t>20</a:t>
            </a:fld>
            <a:endParaRPr lang="en-US"/>
          </a:p>
        </p:txBody>
      </p:sp>
      <p:pic>
        <p:nvPicPr>
          <p:cNvPr id="7" name="Bilde 6">
            <a:extLst>
              <a:ext uri="{FF2B5EF4-FFF2-40B4-BE49-F238E27FC236}">
                <a16:creationId xmlns:a16="http://schemas.microsoft.com/office/drawing/2014/main" id="{C2C8D2A1-4A63-1AD4-B023-9D806958E3C1}"/>
              </a:ext>
            </a:extLst>
          </p:cNvPr>
          <p:cNvPicPr>
            <a:picLocks noChangeAspect="1"/>
          </p:cNvPicPr>
          <p:nvPr/>
        </p:nvPicPr>
        <p:blipFill>
          <a:blip r:embed="rId4"/>
          <a:stretch>
            <a:fillRect/>
          </a:stretch>
        </p:blipFill>
        <p:spPr>
          <a:xfrm>
            <a:off x="6171952" y="1364729"/>
            <a:ext cx="5281386" cy="2465481"/>
          </a:xfrm>
          <a:prstGeom prst="rect">
            <a:avLst/>
          </a:prstGeom>
        </p:spPr>
      </p:pic>
      <p:pic>
        <p:nvPicPr>
          <p:cNvPr id="9" name="Bilde 8">
            <a:extLst>
              <a:ext uri="{FF2B5EF4-FFF2-40B4-BE49-F238E27FC236}">
                <a16:creationId xmlns:a16="http://schemas.microsoft.com/office/drawing/2014/main" id="{8466BF41-AD39-4BBD-CAB7-8B8DC7C8BE8D}"/>
              </a:ext>
            </a:extLst>
          </p:cNvPr>
          <p:cNvPicPr>
            <a:picLocks noChangeAspect="1"/>
          </p:cNvPicPr>
          <p:nvPr/>
        </p:nvPicPr>
        <p:blipFill>
          <a:blip r:embed="rId5"/>
          <a:stretch>
            <a:fillRect/>
          </a:stretch>
        </p:blipFill>
        <p:spPr>
          <a:xfrm>
            <a:off x="7446518" y="4025741"/>
            <a:ext cx="3061062" cy="2729072"/>
          </a:xfrm>
          <a:prstGeom prst="rect">
            <a:avLst/>
          </a:prstGeom>
        </p:spPr>
      </p:pic>
    </p:spTree>
    <p:extLst>
      <p:ext uri="{BB962C8B-B14F-4D97-AF65-F5344CB8AC3E}">
        <p14:creationId xmlns:p14="http://schemas.microsoft.com/office/powerpoint/2010/main" val="3230426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A1BEF-67B5-F014-2DAB-E3845A6439A4}"/>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E07F3755-7DF6-5737-8AF1-81052BA84CAE}"/>
              </a:ext>
            </a:extLst>
          </p:cNvPr>
          <p:cNvSpPr>
            <a:spLocks noGrp="1"/>
          </p:cNvSpPr>
          <p:nvPr>
            <p:ph type="title"/>
          </p:nvPr>
        </p:nvSpPr>
        <p:spPr>
          <a:xfrm>
            <a:off x="1088136" y="299302"/>
            <a:ext cx="9922764" cy="1294228"/>
          </a:xfrm>
        </p:spPr>
        <p:txBody>
          <a:bodyPr>
            <a:normAutofit/>
          </a:bodyPr>
          <a:lstStyle/>
          <a:p>
            <a:r>
              <a:rPr lang="en-US" sz="3600" dirty="0"/>
              <a:t>Random Walk Model of Contaminant Transporting Aquifers (Biased)</a:t>
            </a:r>
          </a:p>
        </p:txBody>
      </p:sp>
      <mc:AlternateContent xmlns:mc="http://schemas.openxmlformats.org/markup-compatibility/2006">
        <mc:Choice xmlns:a14="http://schemas.microsoft.com/office/drawing/2010/main" Requires="a14">
          <p:sp>
            <p:nvSpPr>
              <p:cNvPr id="3" name="Plassholder for innhold 2">
                <a:extLst>
                  <a:ext uri="{FF2B5EF4-FFF2-40B4-BE49-F238E27FC236}">
                    <a16:creationId xmlns:a16="http://schemas.microsoft.com/office/drawing/2014/main" id="{EB0BD7A7-F98F-95DB-0A74-F2BEC8EA6DE9}"/>
                  </a:ext>
                </a:extLst>
              </p:cNvPr>
              <p:cNvSpPr>
                <a:spLocks noGrp="1"/>
              </p:cNvSpPr>
              <p:nvPr>
                <p:ph idx="1"/>
              </p:nvPr>
            </p:nvSpPr>
            <p:spPr>
              <a:xfrm>
                <a:off x="1088136" y="1593530"/>
                <a:ext cx="5007864" cy="3838722"/>
              </a:xfrm>
            </p:spPr>
            <p:txBody>
              <a:bodyPr>
                <a:normAutofit/>
              </a:bodyPr>
              <a:lstStyle/>
              <a:p>
                <a:pPr>
                  <a:buFont typeface="Arial" panose="020B0604020202020204" pitchFamily="34" charset="0"/>
                  <a:buChar char="•"/>
                </a:pPr>
                <a:r>
                  <a:rPr lang="nb-NO" dirty="0"/>
                  <a:t>Simulate 200 </a:t>
                </a:r>
                <a:r>
                  <a:rPr lang="nb-NO" dirty="0" err="1"/>
                  <a:t>walks</a:t>
                </a:r>
                <a:r>
                  <a:rPr lang="nb-NO" dirty="0"/>
                  <a:t> </a:t>
                </a:r>
                <a:r>
                  <a:rPr lang="nb-NO" dirty="0" err="1"/>
                  <a:t>when</a:t>
                </a:r>
                <a:r>
                  <a:rPr lang="nb-NO" dirty="0"/>
                  <a:t> </a:t>
                </a:r>
                <a:r>
                  <a:rPr lang="nb-NO" dirty="0" err="1"/>
                  <a:t>the</a:t>
                </a:r>
                <a:r>
                  <a:rPr lang="nb-NO" dirty="0"/>
                  <a:t> </a:t>
                </a:r>
                <a:r>
                  <a:rPr lang="nb-NO" dirty="0" err="1"/>
                  <a:t>contaminant</a:t>
                </a:r>
                <a:r>
                  <a:rPr lang="nb-NO" dirty="0"/>
                  <a:t> first </a:t>
                </a:r>
                <a:r>
                  <a:rPr lang="nb-NO" dirty="0" err="1"/>
                  <a:t>reaches</a:t>
                </a:r>
                <a:r>
                  <a:rPr lang="nb-NO" dirty="0"/>
                  <a:t> a </a:t>
                </a:r>
                <a:r>
                  <a:rPr lang="nb-NO" dirty="0" err="1"/>
                  <a:t>distance</a:t>
                </a:r>
                <a:r>
                  <a:rPr lang="nb-NO" dirty="0"/>
                  <a:t> </a:t>
                </a:r>
                <a:r>
                  <a:rPr lang="nb-NO" dirty="0" err="1"/>
                  <a:t>of</a:t>
                </a:r>
                <a:r>
                  <a:rPr lang="nb-NO" dirty="0"/>
                  <a:t> </a:t>
                </a:r>
                <a14:m>
                  <m:oMath xmlns:m="http://schemas.openxmlformats.org/officeDocument/2006/math">
                    <m:r>
                      <a:rPr lang="nb-NO" b="0" i="1" smtClean="0">
                        <a:latin typeface="Cambria Math" panose="02040503050406030204" pitchFamily="18" charset="0"/>
                      </a:rPr>
                      <m:t>10</m:t>
                    </m:r>
                    <m:r>
                      <a:rPr lang="nb-NO" b="0" i="1" smtClean="0">
                        <a:latin typeface="Cambria Math" panose="02040503050406030204" pitchFamily="18" charset="0"/>
                      </a:rPr>
                      <m:t>𝑘𝑚</m:t>
                    </m:r>
                  </m:oMath>
                </a14:m>
                <a:r>
                  <a:rPr lang="en-US" dirty="0"/>
                  <a:t> south.</a:t>
                </a:r>
              </a:p>
              <a:p>
                <a:pPr>
                  <a:buFont typeface="Arial" panose="020B0604020202020204" pitchFamily="34" charset="0"/>
                  <a:buChar char="•"/>
                </a:pPr>
                <a:r>
                  <a:rPr lang="en-US" dirty="0"/>
                  <a:t>Biased </a:t>
                </a:r>
                <a14:m>
                  <m:oMath xmlns:m="http://schemas.openxmlformats.org/officeDocument/2006/math">
                    <m:r>
                      <a:rPr lang="nb-NO" i="1">
                        <a:latin typeface="Cambria Math" panose="02040503050406030204" pitchFamily="18" charset="0"/>
                      </a:rPr>
                      <m:t>→</m:t>
                    </m:r>
                  </m:oMath>
                </a14:m>
                <a:r>
                  <a:rPr lang="en-US" dirty="0"/>
                  <a:t> Probability of moving south is double as moving north.</a:t>
                </a:r>
              </a:p>
              <a:p>
                <a:pPr>
                  <a:buFont typeface="Arial" panose="020B0604020202020204" pitchFamily="34" charset="0"/>
                  <a:buChar char="•"/>
                </a:pPr>
                <a:r>
                  <a:rPr lang="en-US" dirty="0"/>
                  <a:t>Expected distance per step </a:t>
                </a:r>
                <a14:m>
                  <m:oMath xmlns:m="http://schemas.openxmlformats.org/officeDocument/2006/math">
                    <m:r>
                      <a:rPr lang="nb-NO" b="0" i="1" smtClean="0">
                        <a:latin typeface="Cambria Math" panose="02040503050406030204" pitchFamily="18" charset="0"/>
                      </a:rPr>
                      <m:t>𝜇</m:t>
                    </m:r>
                    <m:r>
                      <a:rPr lang="nb-NO" b="0" i="1" smtClean="0">
                        <a:latin typeface="Cambria Math" panose="02040503050406030204" pitchFamily="18" charset="0"/>
                      </a:rPr>
                      <m:t>=−</m:t>
                    </m:r>
                    <m:f>
                      <m:fPr>
                        <m:ctrlPr>
                          <a:rPr lang="nb-NO" b="0" i="1" smtClean="0">
                            <a:latin typeface="Cambria Math" panose="02040503050406030204" pitchFamily="18" charset="0"/>
                          </a:rPr>
                        </m:ctrlPr>
                      </m:fPr>
                      <m:num>
                        <m:r>
                          <a:rPr lang="nb-NO" b="0" i="1" smtClean="0">
                            <a:latin typeface="Cambria Math" panose="02040503050406030204" pitchFamily="18" charset="0"/>
                          </a:rPr>
                          <m:t>1</m:t>
                        </m:r>
                      </m:num>
                      <m:den>
                        <m:r>
                          <a:rPr lang="nb-NO" b="0" i="1" smtClean="0">
                            <a:latin typeface="Cambria Math" panose="02040503050406030204" pitchFamily="18" charset="0"/>
                          </a:rPr>
                          <m:t>6</m:t>
                        </m:r>
                      </m:den>
                    </m:f>
                    <m:r>
                      <a:rPr lang="nb-NO" b="0" i="1" smtClean="0">
                        <a:latin typeface="Cambria Math" panose="02040503050406030204" pitchFamily="18" charset="0"/>
                      </a:rPr>
                      <m:t>𝑦</m:t>
                    </m:r>
                  </m:oMath>
                </a14:m>
                <a:r>
                  <a:rPr lang="en-US" dirty="0"/>
                  <a:t>.</a:t>
                </a:r>
              </a:p>
              <a:p>
                <a:pPr>
                  <a:buFont typeface="Arial" panose="020B0604020202020204" pitchFamily="34" charset="0"/>
                  <a:buChar char="•"/>
                </a:pPr>
                <a:r>
                  <a:rPr lang="en-US" dirty="0"/>
                  <a:t>Way fewer steps needed.</a:t>
                </a:r>
              </a:p>
              <a:p>
                <a:pPr>
                  <a:buFont typeface="Arial" panose="020B0604020202020204" pitchFamily="34" charset="0"/>
                  <a:buChar char="•"/>
                </a:pPr>
                <a:r>
                  <a:rPr lang="en-US" dirty="0"/>
                  <a:t>Can be approximated to a normal distribution.</a:t>
                </a:r>
              </a:p>
              <a:p>
                <a:pPr>
                  <a:buFont typeface="Arial" panose="020B0604020202020204" pitchFamily="34" charset="0"/>
                  <a:buChar char="•"/>
                </a:pPr>
                <a:endParaRPr lang="en-US" dirty="0"/>
              </a:p>
              <a:p>
                <a:pPr>
                  <a:buFont typeface="Arial" panose="020B0604020202020204" pitchFamily="34" charset="0"/>
                  <a:buChar char="•"/>
                </a:pPr>
                <a:endParaRPr lang="en-US" dirty="0"/>
              </a:p>
            </p:txBody>
          </p:sp>
        </mc:Choice>
        <mc:Fallback>
          <p:sp>
            <p:nvSpPr>
              <p:cNvPr id="3" name="Plassholder for innhold 2">
                <a:extLst>
                  <a:ext uri="{FF2B5EF4-FFF2-40B4-BE49-F238E27FC236}">
                    <a16:creationId xmlns:a16="http://schemas.microsoft.com/office/drawing/2014/main" id="{EB0BD7A7-F98F-95DB-0A74-F2BEC8EA6DE9}"/>
                  </a:ext>
                </a:extLst>
              </p:cNvPr>
              <p:cNvSpPr>
                <a:spLocks noGrp="1" noRot="1" noChangeAspect="1" noMove="1" noResize="1" noEditPoints="1" noAdjustHandles="1" noChangeArrowheads="1" noChangeShapeType="1" noTextEdit="1"/>
              </p:cNvSpPr>
              <p:nvPr>
                <p:ph idx="1"/>
              </p:nvPr>
            </p:nvSpPr>
            <p:spPr>
              <a:xfrm>
                <a:off x="1088136" y="1593530"/>
                <a:ext cx="5007864" cy="3838722"/>
              </a:xfrm>
              <a:blipFill>
                <a:blip r:embed="rId3"/>
                <a:stretch>
                  <a:fillRect l="-8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C261694D-404E-36D1-CDEB-94789774EDE0}"/>
              </a:ext>
            </a:extLst>
          </p:cNvPr>
          <p:cNvSpPr>
            <a:spLocks noGrp="1"/>
          </p:cNvSpPr>
          <p:nvPr>
            <p:ph type="sldNum" sz="quarter" idx="12"/>
          </p:nvPr>
        </p:nvSpPr>
        <p:spPr/>
        <p:txBody>
          <a:bodyPr/>
          <a:lstStyle/>
          <a:p>
            <a:fld id="{719D7796-F675-488F-AC46-C88938C80352}" type="slidenum">
              <a:rPr lang="en-US" smtClean="0"/>
              <a:t>21</a:t>
            </a:fld>
            <a:endParaRPr lang="en-US"/>
          </a:p>
        </p:txBody>
      </p:sp>
      <p:pic>
        <p:nvPicPr>
          <p:cNvPr id="6" name="Bilde 5">
            <a:extLst>
              <a:ext uri="{FF2B5EF4-FFF2-40B4-BE49-F238E27FC236}">
                <a16:creationId xmlns:a16="http://schemas.microsoft.com/office/drawing/2014/main" id="{99E81B88-D2D1-B172-31D7-1C4E2EA3FBAC}"/>
              </a:ext>
            </a:extLst>
          </p:cNvPr>
          <p:cNvPicPr>
            <a:picLocks noChangeAspect="1"/>
          </p:cNvPicPr>
          <p:nvPr/>
        </p:nvPicPr>
        <p:blipFill>
          <a:blip r:embed="rId4"/>
          <a:stretch>
            <a:fillRect/>
          </a:stretch>
        </p:blipFill>
        <p:spPr>
          <a:xfrm>
            <a:off x="7398944" y="3619500"/>
            <a:ext cx="3942156" cy="3317261"/>
          </a:xfrm>
          <a:prstGeom prst="rect">
            <a:avLst/>
          </a:prstGeom>
        </p:spPr>
      </p:pic>
      <p:pic>
        <p:nvPicPr>
          <p:cNvPr id="10" name="Bilde 9">
            <a:extLst>
              <a:ext uri="{FF2B5EF4-FFF2-40B4-BE49-F238E27FC236}">
                <a16:creationId xmlns:a16="http://schemas.microsoft.com/office/drawing/2014/main" id="{9211D340-4E90-56C0-7905-F7F138F134D1}"/>
              </a:ext>
            </a:extLst>
          </p:cNvPr>
          <p:cNvPicPr>
            <a:picLocks noChangeAspect="1"/>
          </p:cNvPicPr>
          <p:nvPr/>
        </p:nvPicPr>
        <p:blipFill>
          <a:blip r:embed="rId5"/>
          <a:stretch>
            <a:fillRect/>
          </a:stretch>
        </p:blipFill>
        <p:spPr>
          <a:xfrm>
            <a:off x="6445250" y="1258478"/>
            <a:ext cx="5463522" cy="2361022"/>
          </a:xfrm>
          <a:prstGeom prst="rect">
            <a:avLst/>
          </a:prstGeom>
        </p:spPr>
      </p:pic>
    </p:spTree>
    <p:extLst>
      <p:ext uri="{BB962C8B-B14F-4D97-AF65-F5344CB8AC3E}">
        <p14:creationId xmlns:p14="http://schemas.microsoft.com/office/powerpoint/2010/main" val="2374172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D5D50-DE27-8DFB-77A5-A9FB4E5E1A0D}"/>
            </a:ext>
          </a:extLst>
        </p:cNvPr>
        <p:cNvGrpSpPr/>
        <p:nvPr/>
      </p:nvGrpSpPr>
      <p:grpSpPr>
        <a:xfrm>
          <a:off x="0" y="0"/>
          <a:ext cx="0" cy="0"/>
          <a:chOff x="0" y="0"/>
          <a:chExt cx="0" cy="0"/>
        </a:xfrm>
      </p:grpSpPr>
      <p:sp>
        <p:nvSpPr>
          <p:cNvPr id="2" name="Tittel 1">
            <a:extLst>
              <a:ext uri="{FF2B5EF4-FFF2-40B4-BE49-F238E27FC236}">
                <a16:creationId xmlns:a16="http://schemas.microsoft.com/office/drawing/2014/main" id="{4B068BC9-A933-32AA-D1B4-FD49435A6E34}"/>
              </a:ext>
            </a:extLst>
          </p:cNvPr>
          <p:cNvSpPr>
            <a:spLocks noGrp="1"/>
          </p:cNvSpPr>
          <p:nvPr>
            <p:ph type="title"/>
          </p:nvPr>
        </p:nvSpPr>
        <p:spPr>
          <a:xfrm>
            <a:off x="1088136" y="299302"/>
            <a:ext cx="9922764" cy="1294228"/>
          </a:xfrm>
        </p:spPr>
        <p:txBody>
          <a:bodyPr>
            <a:normAutofit/>
          </a:bodyPr>
          <a:lstStyle/>
          <a:p>
            <a:r>
              <a:rPr lang="en-US" sz="3600" dirty="0"/>
              <a:t>To reach 10km south (Unbiased)</a:t>
            </a:r>
          </a:p>
        </p:txBody>
      </p:sp>
      <mc:AlternateContent xmlns:mc="http://schemas.openxmlformats.org/markup-compatibility/2006">
        <mc:Choice xmlns:a14="http://schemas.microsoft.com/office/drawing/2010/main" Requires="a14">
          <p:sp>
            <p:nvSpPr>
              <p:cNvPr id="3" name="Plassholder for innhold 2">
                <a:extLst>
                  <a:ext uri="{FF2B5EF4-FFF2-40B4-BE49-F238E27FC236}">
                    <a16:creationId xmlns:a16="http://schemas.microsoft.com/office/drawing/2014/main" id="{0F1AE4B0-D672-3ED9-F12C-67E6AE2BCBAE}"/>
                  </a:ext>
                </a:extLst>
              </p:cNvPr>
              <p:cNvSpPr>
                <a:spLocks noGrp="1"/>
              </p:cNvSpPr>
              <p:nvPr>
                <p:ph idx="1"/>
              </p:nvPr>
            </p:nvSpPr>
            <p:spPr>
              <a:xfrm>
                <a:off x="1088136" y="1593530"/>
                <a:ext cx="5007864" cy="3838722"/>
              </a:xfrm>
            </p:spPr>
            <p:txBody>
              <a:bodyPr/>
              <a:lstStyle/>
              <a:p>
                <a:pPr>
                  <a:buFont typeface="Arial" panose="020B0604020202020204" pitchFamily="34" charset="0"/>
                  <a:buChar char="•"/>
                </a:pPr>
                <a:r>
                  <a:rPr lang="nb-NO" dirty="0"/>
                  <a:t>Should </a:t>
                </a:r>
                <a:r>
                  <a:rPr lang="nb-NO" dirty="0" err="1"/>
                  <a:t>use</a:t>
                </a:r>
                <a:r>
                  <a:rPr lang="nb-NO" dirty="0"/>
                  <a:t> mode, as </a:t>
                </a:r>
                <a:r>
                  <a:rPr lang="nb-NO" dirty="0" err="1"/>
                  <a:t>mean</a:t>
                </a:r>
                <a:r>
                  <a:rPr lang="nb-NO" dirty="0"/>
                  <a:t> is not «most </a:t>
                </a:r>
                <a:r>
                  <a:rPr lang="nb-NO" dirty="0" err="1"/>
                  <a:t>likely</a:t>
                </a:r>
                <a:r>
                  <a:rPr lang="nb-NO" dirty="0"/>
                  <a:t>».</a:t>
                </a:r>
              </a:p>
              <a:p>
                <a:pPr>
                  <a:buFont typeface="Arial" panose="020B0604020202020204" pitchFamily="34" charset="0"/>
                  <a:buChar char="•"/>
                </a:pPr>
                <a:r>
                  <a:rPr lang="nb-NO" dirty="0" err="1"/>
                  <a:t>Assume</a:t>
                </a:r>
                <a:r>
                  <a:rPr lang="nb-NO" dirty="0"/>
                  <a:t> same type </a:t>
                </a:r>
                <a:r>
                  <a:rPr lang="nb-NO" dirty="0" err="1"/>
                  <a:t>of</a:t>
                </a:r>
                <a:r>
                  <a:rPr lang="nb-NO" dirty="0"/>
                  <a:t> </a:t>
                </a:r>
                <a:r>
                  <a:rPr lang="nb-NO" dirty="0" err="1"/>
                  <a:t>distribution</a:t>
                </a:r>
                <a:r>
                  <a:rPr lang="nb-NO" dirty="0"/>
                  <a:t> </a:t>
                </a:r>
                <a:r>
                  <a:rPr lang="nb-NO" dirty="0" err="1"/>
                  <a:t>with</a:t>
                </a:r>
                <a:r>
                  <a:rPr lang="nb-NO" dirty="0"/>
                  <a:t> </a:t>
                </a:r>
                <a:r>
                  <a:rPr lang="nb-NO" dirty="0" err="1"/>
                  <a:t>early</a:t>
                </a:r>
                <a:r>
                  <a:rPr lang="nb-NO" dirty="0"/>
                  <a:t> </a:t>
                </a:r>
                <a:r>
                  <a:rPr lang="nb-NO" dirty="0" err="1"/>
                  <a:t>peak</a:t>
                </a:r>
                <a:r>
                  <a:rPr lang="nb-NO" dirty="0"/>
                  <a:t>.</a:t>
                </a:r>
              </a:p>
              <a:p>
                <a:pPr>
                  <a:buFont typeface="Arial" panose="020B0604020202020204" pitchFamily="34" charset="0"/>
                  <a:buChar char="•"/>
                </a:pPr>
                <a:r>
                  <a:rPr lang="nb-NO" dirty="0"/>
                  <a:t>Peak at </a:t>
                </a:r>
                <a:r>
                  <a:rPr lang="nb-NO" dirty="0" err="1"/>
                  <a:t>around</a:t>
                </a:r>
                <a:r>
                  <a:rPr lang="nb-NO" dirty="0"/>
                  <a:t> </a:t>
                </a:r>
                <a14:m>
                  <m:oMath xmlns:m="http://schemas.openxmlformats.org/officeDocument/2006/math">
                    <m:r>
                      <a:rPr lang="nb-NO" b="0" i="1" smtClean="0">
                        <a:latin typeface="Cambria Math" panose="02040503050406030204" pitchFamily="18" charset="0"/>
                      </a:rPr>
                      <m:t>7,5</m:t>
                    </m:r>
                  </m:oMath>
                </a14:m>
                <a:r>
                  <a:rPr lang="en-US" dirty="0"/>
                  <a:t> million years.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mc:Choice>
        <mc:Fallback>
          <p:sp>
            <p:nvSpPr>
              <p:cNvPr id="3" name="Plassholder for innhold 2">
                <a:extLst>
                  <a:ext uri="{FF2B5EF4-FFF2-40B4-BE49-F238E27FC236}">
                    <a16:creationId xmlns:a16="http://schemas.microsoft.com/office/drawing/2014/main" id="{0F1AE4B0-D672-3ED9-F12C-67E6AE2BCBAE}"/>
                  </a:ext>
                </a:extLst>
              </p:cNvPr>
              <p:cNvSpPr>
                <a:spLocks noGrp="1" noRot="1" noChangeAspect="1" noMove="1" noResize="1" noEditPoints="1" noAdjustHandles="1" noChangeArrowheads="1" noChangeShapeType="1" noTextEdit="1"/>
              </p:cNvSpPr>
              <p:nvPr>
                <p:ph idx="1"/>
              </p:nvPr>
            </p:nvSpPr>
            <p:spPr>
              <a:xfrm>
                <a:off x="1088136" y="1593530"/>
                <a:ext cx="5007864" cy="3838722"/>
              </a:xfrm>
              <a:blipFill>
                <a:blip r:embed="rId3"/>
                <a:stretch>
                  <a:fillRect l="-853"/>
                </a:stretch>
              </a:blipFill>
            </p:spPr>
            <p:txBody>
              <a:bodyPr/>
              <a:lstStyle/>
              <a:p>
                <a:r>
                  <a:rPr lang="en-US">
                    <a:noFill/>
                  </a:rPr>
                  <a:t> </a:t>
                </a:r>
              </a:p>
            </p:txBody>
          </p:sp>
        </mc:Fallback>
      </mc:AlternateContent>
      <p:sp>
        <p:nvSpPr>
          <p:cNvPr id="4" name="Plassholder for lysbildenummer 3">
            <a:extLst>
              <a:ext uri="{FF2B5EF4-FFF2-40B4-BE49-F238E27FC236}">
                <a16:creationId xmlns:a16="http://schemas.microsoft.com/office/drawing/2014/main" id="{2229C455-A4AB-1D6B-F9E6-7A9627684852}"/>
              </a:ext>
            </a:extLst>
          </p:cNvPr>
          <p:cNvSpPr>
            <a:spLocks noGrp="1"/>
          </p:cNvSpPr>
          <p:nvPr>
            <p:ph type="sldNum" sz="quarter" idx="12"/>
          </p:nvPr>
        </p:nvSpPr>
        <p:spPr/>
        <p:txBody>
          <a:bodyPr/>
          <a:lstStyle/>
          <a:p>
            <a:fld id="{719D7796-F675-488F-AC46-C88938C80352}" type="slidenum">
              <a:rPr lang="en-US" smtClean="0"/>
              <a:t>22</a:t>
            </a:fld>
            <a:endParaRPr lang="en-US"/>
          </a:p>
        </p:txBody>
      </p:sp>
      <p:pic>
        <p:nvPicPr>
          <p:cNvPr id="5" name="Bilde 4">
            <a:extLst>
              <a:ext uri="{FF2B5EF4-FFF2-40B4-BE49-F238E27FC236}">
                <a16:creationId xmlns:a16="http://schemas.microsoft.com/office/drawing/2014/main" id="{AAD44E67-042E-C559-D88D-A69898833A9D}"/>
              </a:ext>
            </a:extLst>
          </p:cNvPr>
          <p:cNvPicPr>
            <a:picLocks noChangeAspect="1"/>
          </p:cNvPicPr>
          <p:nvPr/>
        </p:nvPicPr>
        <p:blipFill>
          <a:blip r:embed="rId4"/>
          <a:stretch>
            <a:fillRect/>
          </a:stretch>
        </p:blipFill>
        <p:spPr>
          <a:xfrm>
            <a:off x="6462688" y="1373104"/>
            <a:ext cx="5131223" cy="2333122"/>
          </a:xfrm>
          <a:prstGeom prst="rect">
            <a:avLst/>
          </a:prstGeom>
        </p:spPr>
      </p:pic>
      <p:pic>
        <p:nvPicPr>
          <p:cNvPr id="7" name="Bilde 6">
            <a:extLst>
              <a:ext uri="{FF2B5EF4-FFF2-40B4-BE49-F238E27FC236}">
                <a16:creationId xmlns:a16="http://schemas.microsoft.com/office/drawing/2014/main" id="{5C917747-EC1A-C469-E3BA-3B5E040D10D6}"/>
              </a:ext>
            </a:extLst>
          </p:cNvPr>
          <p:cNvPicPr>
            <a:picLocks noChangeAspect="1"/>
          </p:cNvPicPr>
          <p:nvPr/>
        </p:nvPicPr>
        <p:blipFill>
          <a:blip r:embed="rId5"/>
          <a:stretch>
            <a:fillRect/>
          </a:stretch>
        </p:blipFill>
        <p:spPr>
          <a:xfrm>
            <a:off x="6256102" y="3706226"/>
            <a:ext cx="5544393" cy="2592922"/>
          </a:xfrm>
          <a:prstGeom prst="rect">
            <a:avLst/>
          </a:prstGeom>
        </p:spPr>
      </p:pic>
      <p:sp>
        <p:nvSpPr>
          <p:cNvPr id="8" name="Rektangel 7">
            <a:extLst>
              <a:ext uri="{FF2B5EF4-FFF2-40B4-BE49-F238E27FC236}">
                <a16:creationId xmlns:a16="http://schemas.microsoft.com/office/drawing/2014/main" id="{FC073E8A-331A-E65F-0330-AA5E90FCAAE6}"/>
              </a:ext>
            </a:extLst>
          </p:cNvPr>
          <p:cNvSpPr/>
          <p:nvPr/>
        </p:nvSpPr>
        <p:spPr>
          <a:xfrm>
            <a:off x="6462688" y="2925159"/>
            <a:ext cx="1538312" cy="78106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64807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8180480-6E34-3BF3-300B-F596DFF6D42D}"/>
              </a:ext>
            </a:extLst>
          </p:cNvPr>
          <p:cNvSpPr>
            <a:spLocks noGrp="1"/>
          </p:cNvSpPr>
          <p:nvPr>
            <p:ph type="title"/>
          </p:nvPr>
        </p:nvSpPr>
        <p:spPr/>
        <p:txBody>
          <a:bodyPr/>
          <a:lstStyle/>
          <a:p>
            <a:r>
              <a:rPr lang="en-US" dirty="0"/>
              <a:t>Risk Comparison</a:t>
            </a:r>
          </a:p>
        </p:txBody>
      </p:sp>
      <p:sp>
        <p:nvSpPr>
          <p:cNvPr id="3" name="Plassholder for innhold 2">
            <a:extLst>
              <a:ext uri="{FF2B5EF4-FFF2-40B4-BE49-F238E27FC236}">
                <a16:creationId xmlns:a16="http://schemas.microsoft.com/office/drawing/2014/main" id="{04C3E930-8E5C-5A50-CB5A-CA8CFE554CD0}"/>
              </a:ext>
            </a:extLst>
          </p:cNvPr>
          <p:cNvSpPr>
            <a:spLocks noGrp="1"/>
          </p:cNvSpPr>
          <p:nvPr>
            <p:ph idx="1"/>
          </p:nvPr>
        </p:nvSpPr>
        <p:spPr/>
        <p:txBody>
          <a:bodyPr/>
          <a:lstStyle/>
          <a:p>
            <a:pPr>
              <a:buFont typeface="Arial" panose="020B0604020202020204" pitchFamily="34" charset="0"/>
              <a:buChar char="•"/>
            </a:pPr>
            <a:r>
              <a:rPr lang="en-US" dirty="0"/>
              <a:t>Unbiased Vs Biased</a:t>
            </a:r>
          </a:p>
          <a:p>
            <a:pPr>
              <a:buFont typeface="Arial" panose="020B0604020202020204" pitchFamily="34" charset="0"/>
              <a:buChar char="•"/>
            </a:pPr>
            <a:r>
              <a:rPr lang="en-US" dirty="0"/>
              <a:t>Risk Interpretation</a:t>
            </a:r>
          </a:p>
          <a:p>
            <a:pPr lvl="1">
              <a:buFont typeface="Arial" panose="020B0604020202020204" pitchFamily="34" charset="0"/>
              <a:buChar char="•"/>
            </a:pPr>
            <a:r>
              <a:rPr lang="en-US" dirty="0"/>
              <a:t>Downward Stream = High Risk</a:t>
            </a:r>
          </a:p>
          <a:p>
            <a:pPr lvl="1">
              <a:buFont typeface="Arial" panose="020B0604020202020204" pitchFamily="34" charset="0"/>
              <a:buChar char="•"/>
            </a:pPr>
            <a:r>
              <a:rPr lang="en-US" dirty="0"/>
              <a:t>Upward Stream = Negligible Risk</a:t>
            </a:r>
          </a:p>
        </p:txBody>
      </p:sp>
      <p:sp>
        <p:nvSpPr>
          <p:cNvPr id="4" name="Plassholder for lysbildenummer 3">
            <a:extLst>
              <a:ext uri="{FF2B5EF4-FFF2-40B4-BE49-F238E27FC236}">
                <a16:creationId xmlns:a16="http://schemas.microsoft.com/office/drawing/2014/main" id="{F6603936-9C0F-DB9D-AD06-C835625D9D7A}"/>
              </a:ext>
            </a:extLst>
          </p:cNvPr>
          <p:cNvSpPr>
            <a:spLocks noGrp="1"/>
          </p:cNvSpPr>
          <p:nvPr>
            <p:ph type="sldNum" sz="quarter" idx="12"/>
          </p:nvPr>
        </p:nvSpPr>
        <p:spPr/>
        <p:txBody>
          <a:bodyPr/>
          <a:lstStyle/>
          <a:p>
            <a:fld id="{719D7796-F675-488F-AC46-C88938C80352}" type="slidenum">
              <a:rPr lang="en-US" smtClean="0"/>
              <a:t>23</a:t>
            </a:fld>
            <a:endParaRPr lang="en-US"/>
          </a:p>
        </p:txBody>
      </p:sp>
      <p:pic>
        <p:nvPicPr>
          <p:cNvPr id="12" name="Bilde 11">
            <a:extLst>
              <a:ext uri="{FF2B5EF4-FFF2-40B4-BE49-F238E27FC236}">
                <a16:creationId xmlns:a16="http://schemas.microsoft.com/office/drawing/2014/main" id="{C46A93D3-5562-E359-9A1C-48C817E076AB}"/>
              </a:ext>
            </a:extLst>
          </p:cNvPr>
          <p:cNvPicPr>
            <a:picLocks noChangeAspect="1"/>
          </p:cNvPicPr>
          <p:nvPr/>
        </p:nvPicPr>
        <p:blipFill>
          <a:blip r:embed="rId3"/>
          <a:stretch>
            <a:fillRect/>
          </a:stretch>
        </p:blipFill>
        <p:spPr>
          <a:xfrm>
            <a:off x="6650967" y="1503140"/>
            <a:ext cx="3894311" cy="1682899"/>
          </a:xfrm>
          <a:prstGeom prst="rect">
            <a:avLst/>
          </a:prstGeom>
        </p:spPr>
      </p:pic>
      <p:pic>
        <p:nvPicPr>
          <p:cNvPr id="14" name="Bilde 13">
            <a:extLst>
              <a:ext uri="{FF2B5EF4-FFF2-40B4-BE49-F238E27FC236}">
                <a16:creationId xmlns:a16="http://schemas.microsoft.com/office/drawing/2014/main" id="{A5C8B847-5112-DFEE-9C23-A6F9A5F4D3F3}"/>
              </a:ext>
            </a:extLst>
          </p:cNvPr>
          <p:cNvPicPr>
            <a:picLocks noChangeAspect="1"/>
          </p:cNvPicPr>
          <p:nvPr/>
        </p:nvPicPr>
        <p:blipFill>
          <a:blip r:embed="rId4"/>
          <a:stretch>
            <a:fillRect/>
          </a:stretch>
        </p:blipFill>
        <p:spPr>
          <a:xfrm>
            <a:off x="6710633" y="4024734"/>
            <a:ext cx="3834645" cy="1743021"/>
          </a:xfrm>
          <a:prstGeom prst="rect">
            <a:avLst/>
          </a:prstGeom>
        </p:spPr>
      </p:pic>
    </p:spTree>
    <p:extLst>
      <p:ext uri="{BB962C8B-B14F-4D97-AF65-F5344CB8AC3E}">
        <p14:creationId xmlns:p14="http://schemas.microsoft.com/office/powerpoint/2010/main" val="2416367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D5A39EE-2ED5-45F7-240E-2C4965A649D7}"/>
              </a:ext>
            </a:extLst>
          </p:cNvPr>
          <p:cNvSpPr>
            <a:spLocks noGrp="1"/>
          </p:cNvSpPr>
          <p:nvPr>
            <p:ph type="title"/>
          </p:nvPr>
        </p:nvSpPr>
        <p:spPr/>
        <p:txBody>
          <a:bodyPr/>
          <a:lstStyle/>
          <a:p>
            <a:r>
              <a:rPr lang="en-US" dirty="0"/>
              <a:t>Conclusion &amp; Learning Outcomes</a:t>
            </a:r>
          </a:p>
        </p:txBody>
      </p:sp>
      <p:sp>
        <p:nvSpPr>
          <p:cNvPr id="3" name="Plassholder for innhold 2">
            <a:extLst>
              <a:ext uri="{FF2B5EF4-FFF2-40B4-BE49-F238E27FC236}">
                <a16:creationId xmlns:a16="http://schemas.microsoft.com/office/drawing/2014/main" id="{5D0CDDD2-A7D0-990D-F259-AFDF2599B44B}"/>
              </a:ext>
            </a:extLst>
          </p:cNvPr>
          <p:cNvSpPr>
            <a:spLocks noGrp="1"/>
          </p:cNvSpPr>
          <p:nvPr>
            <p:ph idx="1"/>
          </p:nvPr>
        </p:nvSpPr>
        <p:spPr/>
        <p:txBody>
          <a:bodyPr/>
          <a:lstStyle/>
          <a:p>
            <a:pPr>
              <a:buFont typeface="Arial" panose="020B0604020202020204" pitchFamily="34" charset="0"/>
              <a:buChar char="•"/>
            </a:pPr>
            <a:r>
              <a:rPr lang="en-US" dirty="0"/>
              <a:t>Key Results</a:t>
            </a:r>
          </a:p>
          <a:p>
            <a:pPr lvl="1">
              <a:buFont typeface="Arial" panose="020B0604020202020204" pitchFamily="34" charset="0"/>
              <a:buChar char="•"/>
            </a:pPr>
            <a:r>
              <a:rPr lang="en-US" dirty="0"/>
              <a:t>Monte Carlo Reproduce ODE Means</a:t>
            </a:r>
          </a:p>
          <a:p>
            <a:pPr lvl="1">
              <a:buFont typeface="Arial" panose="020B0604020202020204" pitchFamily="34" charset="0"/>
              <a:buChar char="•"/>
            </a:pPr>
            <a:r>
              <a:rPr lang="en-US" dirty="0"/>
              <a:t>CI Quantify Uncertainty</a:t>
            </a:r>
          </a:p>
          <a:p>
            <a:pPr lvl="1">
              <a:buFont typeface="Arial" panose="020B0604020202020204" pitchFamily="34" charset="0"/>
              <a:buChar char="•"/>
            </a:pPr>
            <a:r>
              <a:rPr lang="en-US" dirty="0"/>
              <a:t>Directional Bias Drastically Increases Contamination Speed</a:t>
            </a:r>
          </a:p>
          <a:p>
            <a:pPr>
              <a:buFont typeface="Arial" panose="020B0604020202020204" pitchFamily="34" charset="0"/>
              <a:buChar char="•"/>
            </a:pPr>
            <a:r>
              <a:rPr lang="en-US" dirty="0"/>
              <a:t>Summary</a:t>
            </a:r>
          </a:p>
          <a:p>
            <a:pPr lvl="1">
              <a:buFont typeface="Arial" panose="020B0604020202020204" pitchFamily="34" charset="0"/>
              <a:buChar char="•"/>
            </a:pPr>
            <a:r>
              <a:rPr lang="en-US" dirty="0"/>
              <a:t>Deterministic ODE</a:t>
            </a:r>
          </a:p>
          <a:p>
            <a:pPr lvl="2">
              <a:buFont typeface="Arial" panose="020B0604020202020204" pitchFamily="34" charset="0"/>
              <a:buChar char="•"/>
            </a:pPr>
            <a:r>
              <a:rPr lang="en-US" dirty="0"/>
              <a:t>Fast &amp; Accurate</a:t>
            </a:r>
          </a:p>
          <a:p>
            <a:pPr lvl="1">
              <a:buFont typeface="Arial" panose="020B0604020202020204" pitchFamily="34" charset="0"/>
              <a:buChar char="•"/>
            </a:pPr>
            <a:r>
              <a:rPr lang="en-US" dirty="0"/>
              <a:t>Monte Carlo</a:t>
            </a:r>
          </a:p>
          <a:p>
            <a:pPr lvl="2">
              <a:buFont typeface="Arial" panose="020B0604020202020204" pitchFamily="34" charset="0"/>
              <a:buChar char="•"/>
            </a:pPr>
            <a:r>
              <a:rPr lang="en-US" dirty="0"/>
              <a:t>Expensive But Informative</a:t>
            </a:r>
          </a:p>
        </p:txBody>
      </p:sp>
      <p:sp>
        <p:nvSpPr>
          <p:cNvPr id="4" name="Plassholder for lysbildenummer 3">
            <a:extLst>
              <a:ext uri="{FF2B5EF4-FFF2-40B4-BE49-F238E27FC236}">
                <a16:creationId xmlns:a16="http://schemas.microsoft.com/office/drawing/2014/main" id="{08103DA4-8E9D-181B-41EB-12281F9DB1D8}"/>
              </a:ext>
            </a:extLst>
          </p:cNvPr>
          <p:cNvSpPr>
            <a:spLocks noGrp="1"/>
          </p:cNvSpPr>
          <p:nvPr>
            <p:ph type="sldNum" sz="quarter" idx="12"/>
          </p:nvPr>
        </p:nvSpPr>
        <p:spPr/>
        <p:txBody>
          <a:bodyPr/>
          <a:lstStyle/>
          <a:p>
            <a:fld id="{719D7796-F675-488F-AC46-C88938C80352}" type="slidenum">
              <a:rPr lang="en-US" smtClean="0"/>
              <a:t>24</a:t>
            </a:fld>
            <a:endParaRPr lang="en-US"/>
          </a:p>
        </p:txBody>
      </p:sp>
    </p:spTree>
    <p:extLst>
      <p:ext uri="{BB962C8B-B14F-4D97-AF65-F5344CB8AC3E}">
        <p14:creationId xmlns:p14="http://schemas.microsoft.com/office/powerpoint/2010/main" val="2039630428"/>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32230bf-e247-430b-8132-dda84b672e0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44BBD6C06A0DE48ACBAB514EB50DDDC" ma:contentTypeVersion="15" ma:contentTypeDescription="Create a new document." ma:contentTypeScope="" ma:versionID="e411f08a2840eb4c2c659d48e130b1c1">
  <xsd:schema xmlns:xsd="http://www.w3.org/2001/XMLSchema" xmlns:xs="http://www.w3.org/2001/XMLSchema" xmlns:p="http://schemas.microsoft.com/office/2006/metadata/properties" xmlns:ns3="f32230bf-e247-430b-8132-dda84b672e09" xmlns:ns4="63dba08a-eb68-4688-8594-69aeae0aec6b" targetNamespace="http://schemas.microsoft.com/office/2006/metadata/properties" ma:root="true" ma:fieldsID="c0124a76df93d5d422ba5e331c68b4b9" ns3:_="" ns4:_="">
    <xsd:import namespace="f32230bf-e247-430b-8132-dda84b672e09"/>
    <xsd:import namespace="63dba08a-eb68-4688-8594-69aeae0aec6b"/>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GenerationTime" minOccurs="0"/>
                <xsd:element ref="ns3:MediaServiceEventHashCode" minOccurs="0"/>
                <xsd:element ref="ns3:MediaServiceSystemTags" minOccurs="0"/>
                <xsd:element ref="ns3:MediaServiceOCR" minOccurs="0"/>
                <xsd:element ref="ns3:MediaServiceDateTaken" minOccurs="0"/>
                <xsd:element ref="ns3:MediaServiceLocation" minOccurs="0"/>
                <xsd:element ref="ns3:_activity"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2230bf-e247-430b-8132-dda84b672e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_activity" ma:index="18" nillable="true" ma:displayName="_activity" ma:hidden="true" ma:internalName="_activity">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3dba08a-eb68-4688-8594-69aeae0aec6b"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SharingHintHash" ma:index="2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3A51D2-7BD9-468E-B9FF-0AF273694999}">
  <ds:schemaRefs>
    <ds:schemaRef ds:uri="http://schemas.microsoft.com/office/infopath/2007/PartnerControls"/>
    <ds:schemaRef ds:uri="63dba08a-eb68-4688-8594-69aeae0aec6b"/>
    <ds:schemaRef ds:uri="http://schemas.microsoft.com/office/2006/documentManagement/types"/>
    <ds:schemaRef ds:uri="http://schemas.microsoft.com/office/2006/metadata/properties"/>
    <ds:schemaRef ds:uri="http://www.w3.org/XML/1998/namespace"/>
    <ds:schemaRef ds:uri="http://purl.org/dc/terms/"/>
    <ds:schemaRef ds:uri="http://schemas.openxmlformats.org/package/2006/metadata/core-properties"/>
    <ds:schemaRef ds:uri="f32230bf-e247-430b-8132-dda84b672e09"/>
    <ds:schemaRef ds:uri="http://purl.org/dc/dcmitype/"/>
    <ds:schemaRef ds:uri="http://purl.org/dc/elements/1.1/"/>
  </ds:schemaRefs>
</ds:datastoreItem>
</file>

<file path=customXml/itemProps2.xml><?xml version="1.0" encoding="utf-8"?>
<ds:datastoreItem xmlns:ds="http://schemas.openxmlformats.org/officeDocument/2006/customXml" ds:itemID="{0DC6942C-5FA6-44C0-95FC-C76C51F471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2230bf-e247-430b-8132-dda84b672e09"/>
    <ds:schemaRef ds:uri="63dba08a-eb68-4688-8594-69aeae0aec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9B8160-C1C6-4E12-902A-6A06E8B787CD}">
  <ds:schemaRefs>
    <ds:schemaRef ds:uri="http://schemas.microsoft.com/sharepoint/v3/contenttype/forms"/>
  </ds:schemaRefs>
</ds:datastoreItem>
</file>

<file path=docMetadata/LabelInfo.xml><?xml version="1.0" encoding="utf-8"?>
<clbl:labelList xmlns:clbl="http://schemas.microsoft.com/office/2020/mipLabelMetadata">
  <clbl:label id="{f8a213d2-8f6c-400d-9e74-4e8b475316c6}" enabled="0" method="" siteId="{f8a213d2-8f6c-400d-9e74-4e8b475316c6}" removed="1"/>
</clbl:labelList>
</file>

<file path=docProps/app.xml><?xml version="1.0" encoding="utf-8"?>
<Properties xmlns="http://schemas.openxmlformats.org/officeDocument/2006/extended-properties" xmlns:vt="http://schemas.openxmlformats.org/officeDocument/2006/docPropsVTypes">
  <TotalTime>3237</TotalTime>
  <Words>2295</Words>
  <Application>Microsoft Office PowerPoint</Application>
  <PresentationFormat>Widescreen</PresentationFormat>
  <Paragraphs>216</Paragraphs>
  <Slides>24</Slides>
  <Notes>24</Notes>
  <HiddenSlides>0</HiddenSlides>
  <MMClips>0</MMClips>
  <ScaleCrop>false</ScaleCrop>
  <HeadingPairs>
    <vt:vector size="6" baseType="variant">
      <vt:variant>
        <vt:lpstr>Brukte skrifter</vt:lpstr>
      </vt:variant>
      <vt:variant>
        <vt:i4>5</vt:i4>
      </vt:variant>
      <vt:variant>
        <vt:lpstr>Tema</vt:lpstr>
      </vt:variant>
      <vt:variant>
        <vt:i4>1</vt:i4>
      </vt:variant>
      <vt:variant>
        <vt:lpstr>Lysbildetitler</vt:lpstr>
      </vt:variant>
      <vt:variant>
        <vt:i4>24</vt:i4>
      </vt:variant>
    </vt:vector>
  </HeadingPairs>
  <TitlesOfParts>
    <vt:vector size="30" baseType="lpstr">
      <vt:lpstr>Aptos</vt:lpstr>
      <vt:lpstr>Arial</vt:lpstr>
      <vt:lpstr>Calibri</vt:lpstr>
      <vt:lpstr>Cambria Math</vt:lpstr>
      <vt:lpstr>Neue Haas Grotesk Text Pro</vt:lpstr>
      <vt:lpstr>BjornVTI</vt:lpstr>
      <vt:lpstr>Project 4 – Monte carlo</vt:lpstr>
      <vt:lpstr>Agenda</vt:lpstr>
      <vt:lpstr>Governing Theory</vt:lpstr>
      <vt:lpstr>Monte Carlo Mixing Tanks </vt:lpstr>
      <vt:lpstr>PowerPoint-presentasjon</vt:lpstr>
      <vt:lpstr>Monte Carlo Mixing Tanks </vt:lpstr>
      <vt:lpstr>PowerPoint-presentasjon</vt:lpstr>
      <vt:lpstr>Monte Carlo Fixed Vs Varying </vt:lpstr>
      <vt:lpstr>Three Tank Governing Equations</vt:lpstr>
      <vt:lpstr>PowerPoint-presentasjon</vt:lpstr>
      <vt:lpstr>PowerPoint-presentasjon</vt:lpstr>
      <vt:lpstr>Analytical ODE Validation</vt:lpstr>
      <vt:lpstr>PowerPoint-presentasjon</vt:lpstr>
      <vt:lpstr>PowerPoint-presentasjon</vt:lpstr>
      <vt:lpstr>Accuracy &amp; Computational Efficiency</vt:lpstr>
      <vt:lpstr>2D random walk model: basic and probability-weighted movement</vt:lpstr>
      <vt:lpstr>2D random walk model: basic and probability-weighted movement</vt:lpstr>
      <vt:lpstr>Optimization of code</vt:lpstr>
      <vt:lpstr>Random Walk Model of Contaminant Transporting Aquifers (Unbiased)</vt:lpstr>
      <vt:lpstr>Random Walk Model of Contaminant Transporting Aquifers (Unbiased)</vt:lpstr>
      <vt:lpstr>Random Walk Model of Contaminant Transporting Aquifers (Biased)</vt:lpstr>
      <vt:lpstr>To reach 10km south (Unbiased)</vt:lpstr>
      <vt:lpstr>Risk Comparison</vt:lpstr>
      <vt:lpstr>Conclusion &amp; Learning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Torgrim Odde</dc:creator>
  <cp:lastModifiedBy>Malvin Varpe</cp:lastModifiedBy>
  <cp:revision>4</cp:revision>
  <dcterms:created xsi:type="dcterms:W3CDTF">2025-10-12T13:08:04Z</dcterms:created>
  <dcterms:modified xsi:type="dcterms:W3CDTF">2025-12-10T11:36:40Z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0x010100344BBD6C06A0DE48ACBAB514EB50DDDC</vt:lpwstr>
  </property>
  <property fmtid="{D5CDD505-2E9C-101B-9397-08002B2CF9AE}" pid="3" name="MSIP_Label_e575afd7-7428-4d0b-a18c-f972d457efaf_Enabled">
    <vt:lpwstr>true</vt:lpwstr>
  </property>
  <property fmtid="{D5CDD505-2E9C-101B-9397-08002B2CF9AE}" pid="4" name="MSIP_Label_e575afd7-7428-4d0b-a18c-f972d457efaf_SetDate">
    <vt:lpwstr>2025-11-12T07:35:51Z</vt:lpwstr>
  </property>
  <property fmtid="{D5CDD505-2E9C-101B-9397-08002B2CF9AE}" pid="5" name="MSIP_Label_e575afd7-7428-4d0b-a18c-f972d457efaf_Method">
    <vt:lpwstr>Standard</vt:lpwstr>
  </property>
  <property fmtid="{D5CDD505-2E9C-101B-9397-08002B2CF9AE}" pid="6" name="MSIP_Label_e575afd7-7428-4d0b-a18c-f972d457efaf_Name">
    <vt:lpwstr>e575afd7-7428-4d0b-a18c-f972d457efaf</vt:lpwstr>
  </property>
  <property fmtid="{D5CDD505-2E9C-101B-9397-08002B2CF9AE}" pid="7" name="MSIP_Label_e575afd7-7428-4d0b-a18c-f972d457efaf_SiteId">
    <vt:lpwstr>306bb27f-a230-403b-a436-2e5cd45b8ec0</vt:lpwstr>
  </property>
  <property fmtid="{D5CDD505-2E9C-101B-9397-08002B2CF9AE}" pid="8" name="MSIP_Label_e575afd7-7428-4d0b-a18c-f972d457efaf_ActionId">
    <vt:lpwstr>e6cacaf9-2f71-4c6d-87d0-332c5cdd7393</vt:lpwstr>
  </property>
  <property fmtid="{D5CDD505-2E9C-101B-9397-08002B2CF9AE}" pid="9" name="MSIP_Label_e575afd7-7428-4d0b-a18c-f972d457efaf_ContentBits">
    <vt:lpwstr>2</vt:lpwstr>
  </property>
  <property fmtid="{D5CDD505-2E9C-101B-9397-08002B2CF9AE}" pid="10" name="MSIP_Label_e575afd7-7428-4d0b-a18c-f972d457efaf_Tag">
    <vt:lpwstr>10, 3, 0, 1</vt:lpwstr>
  </property>
  <property fmtid="{D5CDD505-2E9C-101B-9397-08002B2CF9AE}" pid="11" name="ClassificationContentMarkingFooterLocations">
    <vt:lpwstr>BjornVTI:8</vt:lpwstr>
  </property>
  <property fmtid="{D5CDD505-2E9C-101B-9397-08002B2CF9AE}" pid="12" name="ClassificationContentMarkingFooterText">
    <vt:lpwstr>Sensitivity: Internal</vt:lpwstr>
  </property>
</Properties>
</file>
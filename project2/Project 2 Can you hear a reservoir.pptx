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16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49F822-B092-4108-A4EC-15D061206D20}" v="526" dt="2025-10-21T19:29:10.1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873" autoAdjust="0"/>
  </p:normalViewPr>
  <p:slideViewPr>
    <p:cSldViewPr snapToGrid="0">
      <p:cViewPr>
        <p:scale>
          <a:sx n="69" d="100"/>
          <a:sy n="69" d="100"/>
        </p:scale>
        <p:origin x="5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grim Odde" userId="263d2d9e-d662-4ecd-84e3-6377197a8522" providerId="ADAL" clId="{F19F3179-E777-480F-BD2C-D9A8F24E3506}"/>
    <pc:docChg chg="undo custSel addSld delSld modSld">
      <pc:chgData name="Torgrim Odde" userId="263d2d9e-d662-4ecd-84e3-6377197a8522" providerId="ADAL" clId="{F19F3179-E777-480F-BD2C-D9A8F24E3506}" dt="2025-10-21T19:29:24.452" v="13231" actId="27614"/>
      <pc:docMkLst>
        <pc:docMk/>
      </pc:docMkLst>
      <pc:sldChg chg="modSp mod">
        <pc:chgData name="Torgrim Odde" userId="263d2d9e-d662-4ecd-84e3-6377197a8522" providerId="ADAL" clId="{F19F3179-E777-480F-BD2C-D9A8F24E3506}" dt="2025-10-12T13:12:42.856" v="3" actId="20577"/>
        <pc:sldMkLst>
          <pc:docMk/>
          <pc:sldMk cId="974668571" sldId="256"/>
        </pc:sldMkLst>
        <pc:spChg chg="mod">
          <ac:chgData name="Torgrim Odde" userId="263d2d9e-d662-4ecd-84e3-6377197a8522" providerId="ADAL" clId="{F19F3179-E777-480F-BD2C-D9A8F24E3506}" dt="2025-10-12T13:12:42.856" v="3" actId="20577"/>
          <ac:spMkLst>
            <pc:docMk/>
            <pc:sldMk cId="974668571" sldId="256"/>
            <ac:spMk id="2" creationId="{4665F997-7BA8-D1AE-21E3-8A66EB7AC7E3}"/>
          </ac:spMkLst>
        </pc:spChg>
      </pc:sldChg>
      <pc:sldChg chg="modSp mod modNotesTx">
        <pc:chgData name="Torgrim Odde" userId="263d2d9e-d662-4ecd-84e3-6377197a8522" providerId="ADAL" clId="{F19F3179-E777-480F-BD2C-D9A8F24E3506}" dt="2025-10-21T18:03:43.586" v="5533" actId="20577"/>
        <pc:sldMkLst>
          <pc:docMk/>
          <pc:sldMk cId="2028096766" sldId="257"/>
        </pc:sldMkLst>
        <pc:spChg chg="mod">
          <ac:chgData name="Torgrim Odde" userId="263d2d9e-d662-4ecd-84e3-6377197a8522" providerId="ADAL" clId="{F19F3179-E777-480F-BD2C-D9A8F24E3506}" dt="2025-10-21T18:03:43.586" v="5533" actId="20577"/>
          <ac:spMkLst>
            <pc:docMk/>
            <pc:sldMk cId="2028096766" sldId="257"/>
            <ac:spMk id="3" creationId="{A011D28F-77F2-55AD-BD61-8E92F7225202}"/>
          </ac:spMkLst>
        </pc:spChg>
      </pc:sldChg>
      <pc:sldChg chg="addSp delSp modSp mod modNotesTx">
        <pc:chgData name="Torgrim Odde" userId="263d2d9e-d662-4ecd-84e3-6377197a8522" providerId="ADAL" clId="{F19F3179-E777-480F-BD2C-D9A8F24E3506}" dt="2025-10-21T19:12:27.572" v="13172" actId="1076"/>
        <pc:sldMkLst>
          <pc:docMk/>
          <pc:sldMk cId="2772619720" sldId="258"/>
        </pc:sldMkLst>
        <pc:spChg chg="mod">
          <ac:chgData name="Torgrim Odde" userId="263d2d9e-d662-4ecd-84e3-6377197a8522" providerId="ADAL" clId="{F19F3179-E777-480F-BD2C-D9A8F24E3506}" dt="2025-10-21T17:32:34.003" v="2323" actId="20577"/>
          <ac:spMkLst>
            <pc:docMk/>
            <pc:sldMk cId="2772619720" sldId="258"/>
            <ac:spMk id="2" creationId="{84CCF97B-D084-A28E-A7F3-3E5A56E9C639}"/>
          </ac:spMkLst>
        </pc:spChg>
        <pc:spChg chg="mod">
          <ac:chgData name="Torgrim Odde" userId="263d2d9e-d662-4ecd-84e3-6377197a8522" providerId="ADAL" clId="{F19F3179-E777-480F-BD2C-D9A8F24E3506}" dt="2025-10-21T17:33:54.310" v="2472" actId="14100"/>
          <ac:spMkLst>
            <pc:docMk/>
            <pc:sldMk cId="2772619720" sldId="258"/>
            <ac:spMk id="3" creationId="{79AE571E-3B56-AC3C-BA17-328B7B306339}"/>
          </ac:spMkLst>
        </pc:spChg>
        <pc:spChg chg="add mod">
          <ac:chgData name="Torgrim Odde" userId="263d2d9e-d662-4ecd-84e3-6377197a8522" providerId="ADAL" clId="{F19F3179-E777-480F-BD2C-D9A8F24E3506}" dt="2025-10-21T17:57:11.651" v="5044" actId="1076"/>
          <ac:spMkLst>
            <pc:docMk/>
            <pc:sldMk cId="2772619720" sldId="258"/>
            <ac:spMk id="4" creationId="{8DD1AC82-6D62-BE1B-C798-5FBF1328FDCC}"/>
          </ac:spMkLst>
        </pc:spChg>
        <pc:spChg chg="add mod">
          <ac:chgData name="Torgrim Odde" userId="263d2d9e-d662-4ecd-84e3-6377197a8522" providerId="ADAL" clId="{F19F3179-E777-480F-BD2C-D9A8F24E3506}" dt="2025-10-21T17:57:08.262" v="5043" actId="1076"/>
          <ac:spMkLst>
            <pc:docMk/>
            <pc:sldMk cId="2772619720" sldId="258"/>
            <ac:spMk id="9" creationId="{1E239480-4F14-0718-693C-B87EED430D0D}"/>
          </ac:spMkLst>
        </pc:spChg>
        <pc:spChg chg="add del">
          <ac:chgData name="Torgrim Odde" userId="263d2d9e-d662-4ecd-84e3-6377197a8522" providerId="ADAL" clId="{F19F3179-E777-480F-BD2C-D9A8F24E3506}" dt="2025-10-21T19:12:07.413" v="13169" actId="22"/>
          <ac:spMkLst>
            <pc:docMk/>
            <pc:sldMk cId="2772619720" sldId="258"/>
            <ac:spMk id="11" creationId="{5ACE51F1-409A-DFDE-0F6A-EC82B77397FB}"/>
          </ac:spMkLst>
        </pc:spChg>
        <pc:picChg chg="add del mod">
          <ac:chgData name="Torgrim Odde" userId="263d2d9e-d662-4ecd-84e3-6377197a8522" providerId="ADAL" clId="{F19F3179-E777-480F-BD2C-D9A8F24E3506}" dt="2025-10-21T19:12:08.719" v="13170" actId="478"/>
          <ac:picMkLst>
            <pc:docMk/>
            <pc:sldMk cId="2772619720" sldId="258"/>
            <ac:picMk id="6" creationId="{0F5EAFEA-8F4A-7E8E-6FF4-5FBF90D51D97}"/>
          </ac:picMkLst>
        </pc:picChg>
        <pc:picChg chg="add del mod">
          <ac:chgData name="Torgrim Odde" userId="263d2d9e-d662-4ecd-84e3-6377197a8522" providerId="ADAL" clId="{F19F3179-E777-480F-BD2C-D9A8F24E3506}" dt="2025-10-21T17:33:38.822" v="2469" actId="21"/>
          <ac:picMkLst>
            <pc:docMk/>
            <pc:sldMk cId="2772619720" sldId="258"/>
            <ac:picMk id="7" creationId="{82BC1DC9-DB75-5382-4E4C-DD97D2D274F8}"/>
          </ac:picMkLst>
        </pc:picChg>
        <pc:picChg chg="add mod">
          <ac:chgData name="Torgrim Odde" userId="263d2d9e-d662-4ecd-84e3-6377197a8522" providerId="ADAL" clId="{F19F3179-E777-480F-BD2C-D9A8F24E3506}" dt="2025-10-21T19:12:27.572" v="13172" actId="1076"/>
          <ac:picMkLst>
            <pc:docMk/>
            <pc:sldMk cId="2772619720" sldId="258"/>
            <ac:picMk id="13" creationId="{7F52620C-209C-2412-D2B1-B62535EF1A7D}"/>
          </ac:picMkLst>
        </pc:picChg>
      </pc:sldChg>
      <pc:sldChg chg="addSp delSp modSp add del mod">
        <pc:chgData name="Torgrim Odde" userId="263d2d9e-d662-4ecd-84e3-6377197a8522" providerId="ADAL" clId="{F19F3179-E777-480F-BD2C-D9A8F24E3506}" dt="2025-10-21T19:08:43.866" v="13152" actId="47"/>
        <pc:sldMkLst>
          <pc:docMk/>
          <pc:sldMk cId="618507976" sldId="259"/>
        </pc:sldMkLst>
        <pc:picChg chg="add del mod">
          <ac:chgData name="Torgrim Odde" userId="263d2d9e-d662-4ecd-84e3-6377197a8522" providerId="ADAL" clId="{F19F3179-E777-480F-BD2C-D9A8F24E3506}" dt="2025-10-21T19:06:31.729" v="13134" actId="21"/>
          <ac:picMkLst>
            <pc:docMk/>
            <pc:sldMk cId="618507976" sldId="259"/>
            <ac:picMk id="6" creationId="{8D46CF7C-3528-D1AF-18A5-1BE1C76A7723}"/>
          </ac:picMkLst>
        </pc:picChg>
      </pc:sldChg>
      <pc:sldChg chg="addSp delSp modSp del mod setBg">
        <pc:chgData name="Torgrim Odde" userId="263d2d9e-d662-4ecd-84e3-6377197a8522" providerId="ADAL" clId="{F19F3179-E777-480F-BD2C-D9A8F24E3506}" dt="2025-10-21T19:08:33.118" v="13149" actId="47"/>
        <pc:sldMkLst>
          <pc:docMk/>
          <pc:sldMk cId="4132360222" sldId="260"/>
        </pc:sldMkLst>
        <pc:picChg chg="add del mod">
          <ac:chgData name="Torgrim Odde" userId="263d2d9e-d662-4ecd-84e3-6377197a8522" providerId="ADAL" clId="{F19F3179-E777-480F-BD2C-D9A8F24E3506}" dt="2025-10-21T19:07:26.201" v="13137" actId="21"/>
          <ac:picMkLst>
            <pc:docMk/>
            <pc:sldMk cId="4132360222" sldId="260"/>
            <ac:picMk id="6" creationId="{8C7964E6-E3FB-B9FD-1535-335AD857254E}"/>
          </ac:picMkLst>
        </pc:picChg>
        <pc:picChg chg="add del mod">
          <ac:chgData name="Torgrim Odde" userId="263d2d9e-d662-4ecd-84e3-6377197a8522" providerId="ADAL" clId="{F19F3179-E777-480F-BD2C-D9A8F24E3506}" dt="2025-10-21T19:07:26.201" v="13137" actId="21"/>
          <ac:picMkLst>
            <pc:docMk/>
            <pc:sldMk cId="4132360222" sldId="260"/>
            <ac:picMk id="8" creationId="{754D77C1-A40E-5216-89F5-6AB4ED99235E}"/>
          </ac:picMkLst>
        </pc:picChg>
        <pc:picChg chg="add del mod ord">
          <ac:chgData name="Torgrim Odde" userId="263d2d9e-d662-4ecd-84e3-6377197a8522" providerId="ADAL" clId="{F19F3179-E777-480F-BD2C-D9A8F24E3506}" dt="2025-10-21T19:07:26.201" v="13137" actId="21"/>
          <ac:picMkLst>
            <pc:docMk/>
            <pc:sldMk cId="4132360222" sldId="260"/>
            <ac:picMk id="10" creationId="{A5F0DAE6-E7D1-4278-E567-5967206ECD61}"/>
          </ac:picMkLst>
        </pc:picChg>
      </pc:sldChg>
      <pc:sldChg chg="addSp delSp modSp del mod setBg">
        <pc:chgData name="Torgrim Odde" userId="263d2d9e-d662-4ecd-84e3-6377197a8522" providerId="ADAL" clId="{F19F3179-E777-480F-BD2C-D9A8F24E3506}" dt="2025-10-21T19:08:31.751" v="13148" actId="47"/>
        <pc:sldMkLst>
          <pc:docMk/>
          <pc:sldMk cId="3521641769" sldId="261"/>
        </pc:sldMkLst>
        <pc:picChg chg="add del mod">
          <ac:chgData name="Torgrim Odde" userId="263d2d9e-d662-4ecd-84e3-6377197a8522" providerId="ADAL" clId="{F19F3179-E777-480F-BD2C-D9A8F24E3506}" dt="2025-10-21T19:07:42.137" v="13140" actId="21"/>
          <ac:picMkLst>
            <pc:docMk/>
            <pc:sldMk cId="3521641769" sldId="261"/>
            <ac:picMk id="6" creationId="{AFCAA087-FEED-785C-4707-7E324CFC6396}"/>
          </ac:picMkLst>
        </pc:picChg>
      </pc:sldChg>
      <pc:sldChg chg="addSp delSp modSp del mod setBg">
        <pc:chgData name="Torgrim Odde" userId="263d2d9e-d662-4ecd-84e3-6377197a8522" providerId="ADAL" clId="{F19F3179-E777-480F-BD2C-D9A8F24E3506}" dt="2025-10-21T19:08:30.252" v="13147" actId="47"/>
        <pc:sldMkLst>
          <pc:docMk/>
          <pc:sldMk cId="1819605714" sldId="262"/>
        </pc:sldMkLst>
        <pc:picChg chg="add del mod">
          <ac:chgData name="Torgrim Odde" userId="263d2d9e-d662-4ecd-84e3-6377197a8522" providerId="ADAL" clId="{F19F3179-E777-480F-BD2C-D9A8F24E3506}" dt="2025-10-21T19:07:58.982" v="13143" actId="21"/>
          <ac:picMkLst>
            <pc:docMk/>
            <pc:sldMk cId="1819605714" sldId="262"/>
            <ac:picMk id="6" creationId="{3A6E0F8B-DCF1-29DE-0E67-E035781885EE}"/>
          </ac:picMkLst>
        </pc:picChg>
        <pc:picChg chg="add del mod">
          <ac:chgData name="Torgrim Odde" userId="263d2d9e-d662-4ecd-84e3-6377197a8522" providerId="ADAL" clId="{F19F3179-E777-480F-BD2C-D9A8F24E3506}" dt="2025-10-21T19:07:58.982" v="13143" actId="21"/>
          <ac:picMkLst>
            <pc:docMk/>
            <pc:sldMk cId="1819605714" sldId="262"/>
            <ac:picMk id="8" creationId="{29A5AF6C-A065-4E82-07B9-D70384603142}"/>
          </ac:picMkLst>
        </pc:picChg>
      </pc:sldChg>
      <pc:sldChg chg="modSp del mod">
        <pc:chgData name="Torgrim Odde" userId="263d2d9e-d662-4ecd-84e3-6377197a8522" providerId="ADAL" clId="{F19F3179-E777-480F-BD2C-D9A8F24E3506}" dt="2025-10-21T19:08:27.965" v="13146" actId="47"/>
        <pc:sldMkLst>
          <pc:docMk/>
          <pc:sldMk cId="1682314378" sldId="263"/>
        </pc:sldMkLst>
      </pc:sldChg>
      <pc:sldChg chg="addSp modSp new mod modNotesTx">
        <pc:chgData name="Torgrim Odde" userId="263d2d9e-d662-4ecd-84e3-6377197a8522" providerId="ADAL" clId="{F19F3179-E777-480F-BD2C-D9A8F24E3506}" dt="2025-10-21T18:24:51.342" v="6364" actId="113"/>
        <pc:sldMkLst>
          <pc:docMk/>
          <pc:sldMk cId="973795824" sldId="264"/>
        </pc:sldMkLst>
        <pc:spChg chg="mod">
          <ac:chgData name="Torgrim Odde" userId="263d2d9e-d662-4ecd-84e3-6377197a8522" providerId="ADAL" clId="{F19F3179-E777-480F-BD2C-D9A8F24E3506}" dt="2025-10-21T17:55:15.786" v="4915" actId="20577"/>
          <ac:spMkLst>
            <pc:docMk/>
            <pc:sldMk cId="973795824" sldId="264"/>
            <ac:spMk id="2" creationId="{2149F6C2-264F-12EB-2F52-937D2B91692E}"/>
          </ac:spMkLst>
        </pc:spChg>
        <pc:spChg chg="mod">
          <ac:chgData name="Torgrim Odde" userId="263d2d9e-d662-4ecd-84e3-6377197a8522" providerId="ADAL" clId="{F19F3179-E777-480F-BD2C-D9A8F24E3506}" dt="2025-10-21T17:56:03.852" v="5021" actId="20577"/>
          <ac:spMkLst>
            <pc:docMk/>
            <pc:sldMk cId="973795824" sldId="264"/>
            <ac:spMk id="3" creationId="{6E96E3CE-5785-750E-8EC7-7CCF05697CAE}"/>
          </ac:spMkLst>
        </pc:spChg>
        <pc:picChg chg="add mod">
          <ac:chgData name="Torgrim Odde" userId="263d2d9e-d662-4ecd-84e3-6377197a8522" providerId="ADAL" clId="{F19F3179-E777-480F-BD2C-D9A8F24E3506}" dt="2025-10-21T17:33:44.139" v="2471" actId="14100"/>
          <ac:picMkLst>
            <pc:docMk/>
            <pc:sldMk cId="973795824" sldId="264"/>
            <ac:picMk id="7" creationId="{82BC1DC9-DB75-5382-4E4C-DD97D2D274F8}"/>
          </ac:picMkLst>
        </pc:picChg>
      </pc:sldChg>
      <pc:sldChg chg="addSp delSp modSp new mod setBg modNotesTx">
        <pc:chgData name="Torgrim Odde" userId="263d2d9e-d662-4ecd-84e3-6377197a8522" providerId="ADAL" clId="{F19F3179-E777-480F-BD2C-D9A8F24E3506}" dt="2025-10-21T19:19:47.865" v="13179" actId="26606"/>
        <pc:sldMkLst>
          <pc:docMk/>
          <pc:sldMk cId="2212067273" sldId="265"/>
        </pc:sldMkLst>
        <pc:spChg chg="mod">
          <ac:chgData name="Torgrim Odde" userId="263d2d9e-d662-4ecd-84e3-6377197a8522" providerId="ADAL" clId="{F19F3179-E777-480F-BD2C-D9A8F24E3506}" dt="2025-10-21T19:19:13.124" v="13176" actId="26606"/>
          <ac:spMkLst>
            <pc:docMk/>
            <pc:sldMk cId="2212067273" sldId="265"/>
            <ac:spMk id="2" creationId="{8E823B58-600A-52A6-6D9C-79AFFB5A778F}"/>
          </ac:spMkLst>
        </pc:spChg>
        <pc:spChg chg="mod">
          <ac:chgData name="Torgrim Odde" userId="263d2d9e-d662-4ecd-84e3-6377197a8522" providerId="ADAL" clId="{F19F3179-E777-480F-BD2C-D9A8F24E3506}" dt="2025-10-21T19:19:13.124" v="13176" actId="26606"/>
          <ac:spMkLst>
            <pc:docMk/>
            <pc:sldMk cId="2212067273" sldId="265"/>
            <ac:spMk id="3" creationId="{B6A96428-590A-6F52-75F3-84BC332912AE}"/>
          </ac:spMkLst>
        </pc:spChg>
        <pc:spChg chg="mod ord">
          <ac:chgData name="Torgrim Odde" userId="263d2d9e-d662-4ecd-84e3-6377197a8522" providerId="ADAL" clId="{F19F3179-E777-480F-BD2C-D9A8F24E3506}" dt="2025-10-21T19:19:47.865" v="13179" actId="26606"/>
          <ac:spMkLst>
            <pc:docMk/>
            <pc:sldMk cId="2212067273" sldId="265"/>
            <ac:spMk id="4" creationId="{1DCA0B3C-A22B-7C7B-4153-A50104B4C6DC}"/>
          </ac:spMkLst>
        </pc:spChg>
        <pc:spChg chg="add del">
          <ac:chgData name="Torgrim Odde" userId="263d2d9e-d662-4ecd-84e3-6377197a8522" providerId="ADAL" clId="{F19F3179-E777-480F-BD2C-D9A8F24E3506}" dt="2025-10-21T19:19:47.865" v="13179" actId="26606"/>
          <ac:spMkLst>
            <pc:docMk/>
            <pc:sldMk cId="2212067273" sldId="265"/>
            <ac:spMk id="1031" creationId="{A3B168A7-66FE-4359-9866-CBB841A729E6}"/>
          </ac:spMkLst>
        </pc:spChg>
        <pc:spChg chg="add">
          <ac:chgData name="Torgrim Odde" userId="263d2d9e-d662-4ecd-84e3-6377197a8522" providerId="ADAL" clId="{F19F3179-E777-480F-BD2C-D9A8F24E3506}" dt="2025-10-21T19:19:47.865" v="13179" actId="26606"/>
          <ac:spMkLst>
            <pc:docMk/>
            <pc:sldMk cId="2212067273" sldId="265"/>
            <ac:spMk id="1038" creationId="{A3B168A7-66FE-4359-9866-CBB841A729E6}"/>
          </ac:spMkLst>
        </pc:spChg>
        <pc:picChg chg="add del">
          <ac:chgData name="Torgrim Odde" userId="263d2d9e-d662-4ecd-84e3-6377197a8522" providerId="ADAL" clId="{F19F3179-E777-480F-BD2C-D9A8F24E3506}" dt="2025-10-21T19:17:26.981" v="13174" actId="22"/>
          <ac:picMkLst>
            <pc:docMk/>
            <pc:sldMk cId="2212067273" sldId="265"/>
            <ac:picMk id="6" creationId="{055D53A8-54C6-24CC-30D1-49DC076053FA}"/>
          </ac:picMkLst>
        </pc:picChg>
        <pc:picChg chg="add mod">
          <ac:chgData name="Torgrim Odde" userId="263d2d9e-d662-4ecd-84e3-6377197a8522" providerId="ADAL" clId="{F19F3179-E777-480F-BD2C-D9A8F24E3506}" dt="2025-10-21T19:19:44.072" v="13178"/>
          <ac:picMkLst>
            <pc:docMk/>
            <pc:sldMk cId="2212067273" sldId="265"/>
            <ac:picMk id="7" creationId="{31D1BAA5-E4F1-9A2E-E9DF-0918E4C5D621}"/>
          </ac:picMkLst>
        </pc:picChg>
        <pc:picChg chg="add del mod">
          <ac:chgData name="Torgrim Odde" userId="263d2d9e-d662-4ecd-84e3-6377197a8522" providerId="ADAL" clId="{F19F3179-E777-480F-BD2C-D9A8F24E3506}" dt="2025-10-21T19:19:43.731" v="13177" actId="478"/>
          <ac:picMkLst>
            <pc:docMk/>
            <pc:sldMk cId="2212067273" sldId="265"/>
            <ac:picMk id="1026" creationId="{572BCF5B-2021-BA4F-9B57-BD6111EFB825}"/>
          </ac:picMkLst>
        </pc:picChg>
        <pc:cxnChg chg="add del">
          <ac:chgData name="Torgrim Odde" userId="263d2d9e-d662-4ecd-84e3-6377197a8522" providerId="ADAL" clId="{F19F3179-E777-480F-BD2C-D9A8F24E3506}" dt="2025-10-21T19:19:47.865" v="13179" actId="26606"/>
          <ac:cxnSpMkLst>
            <pc:docMk/>
            <pc:sldMk cId="2212067273" sldId="265"/>
            <ac:cxnSpMk id="1033" creationId="{F0748755-DDBC-46D0-91EC-1212A8EE2B40}"/>
          </ac:cxnSpMkLst>
        </pc:cxnChg>
        <pc:cxnChg chg="add">
          <ac:chgData name="Torgrim Odde" userId="263d2d9e-d662-4ecd-84e3-6377197a8522" providerId="ADAL" clId="{F19F3179-E777-480F-BD2C-D9A8F24E3506}" dt="2025-10-21T19:19:47.865" v="13179" actId="26606"/>
          <ac:cxnSpMkLst>
            <pc:docMk/>
            <pc:sldMk cId="2212067273" sldId="265"/>
            <ac:cxnSpMk id="1040" creationId="{F0748755-DDBC-46D0-91EC-1212A8EE2B40}"/>
          </ac:cxnSpMkLst>
        </pc:cxnChg>
      </pc:sldChg>
      <pc:sldChg chg="addSp modSp new mod setBg modNotesTx">
        <pc:chgData name="Torgrim Odde" userId="263d2d9e-d662-4ecd-84e3-6377197a8522" providerId="ADAL" clId="{F19F3179-E777-480F-BD2C-D9A8F24E3506}" dt="2025-10-21T19:10:29.206" v="13156" actId="20577"/>
        <pc:sldMkLst>
          <pc:docMk/>
          <pc:sldMk cId="1311685998" sldId="266"/>
        </pc:sldMkLst>
        <pc:spChg chg="mod">
          <ac:chgData name="Torgrim Odde" userId="263d2d9e-d662-4ecd-84e3-6377197a8522" providerId="ADAL" clId="{F19F3179-E777-480F-BD2C-D9A8F24E3506}" dt="2025-10-21T19:07:11.845" v="13136" actId="26606"/>
          <ac:spMkLst>
            <pc:docMk/>
            <pc:sldMk cId="1311685998" sldId="266"/>
            <ac:spMk id="2" creationId="{749414F2-4320-ADC5-4D38-C4EBCD5D93EB}"/>
          </ac:spMkLst>
        </pc:spChg>
        <pc:spChg chg="mod">
          <ac:chgData name="Torgrim Odde" userId="263d2d9e-d662-4ecd-84e3-6377197a8522" providerId="ADAL" clId="{F19F3179-E777-480F-BD2C-D9A8F24E3506}" dt="2025-10-21T19:07:11.845" v="13136" actId="26606"/>
          <ac:spMkLst>
            <pc:docMk/>
            <pc:sldMk cId="1311685998" sldId="266"/>
            <ac:spMk id="3" creationId="{31A0FDF6-E251-13F8-C18D-FDDB669F17F7}"/>
          </ac:spMkLst>
        </pc:spChg>
        <pc:spChg chg="mod ord">
          <ac:chgData name="Torgrim Odde" userId="263d2d9e-d662-4ecd-84e3-6377197a8522" providerId="ADAL" clId="{F19F3179-E777-480F-BD2C-D9A8F24E3506}" dt="2025-10-21T19:07:11.845" v="13136" actId="26606"/>
          <ac:spMkLst>
            <pc:docMk/>
            <pc:sldMk cId="1311685998" sldId="266"/>
            <ac:spMk id="4" creationId="{F166E94C-65B7-A186-842C-A4148A481116}"/>
          </ac:spMkLst>
        </pc:spChg>
        <pc:spChg chg="add">
          <ac:chgData name="Torgrim Odde" userId="263d2d9e-d662-4ecd-84e3-6377197a8522" providerId="ADAL" clId="{F19F3179-E777-480F-BD2C-D9A8F24E3506}" dt="2025-10-21T19:07:11.845" v="13136" actId="26606"/>
          <ac:spMkLst>
            <pc:docMk/>
            <pc:sldMk cId="1311685998" sldId="266"/>
            <ac:spMk id="11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0-21T19:07:11.845" v="13136" actId="26606"/>
          <ac:picMkLst>
            <pc:docMk/>
            <pc:sldMk cId="1311685998" sldId="266"/>
            <ac:picMk id="6" creationId="{8D46CF7C-3528-D1AF-18A5-1BE1C76A7723}"/>
          </ac:picMkLst>
        </pc:picChg>
        <pc:cxnChg chg="add">
          <ac:chgData name="Torgrim Odde" userId="263d2d9e-d662-4ecd-84e3-6377197a8522" providerId="ADAL" clId="{F19F3179-E777-480F-BD2C-D9A8F24E3506}" dt="2025-10-21T19:07:11.845" v="13136" actId="26606"/>
          <ac:cxnSpMkLst>
            <pc:docMk/>
            <pc:sldMk cId="1311685998" sldId="266"/>
            <ac:cxnSpMk id="13" creationId="{F0748755-DDBC-46D0-91EC-1212A8EE2B40}"/>
          </ac:cxnSpMkLst>
        </pc:cxnChg>
      </pc:sldChg>
      <pc:sldChg chg="addSp delSp modSp new mod setBg modNotesTx">
        <pc:chgData name="Torgrim Odde" userId="263d2d9e-d662-4ecd-84e3-6377197a8522" providerId="ADAL" clId="{F19F3179-E777-480F-BD2C-D9A8F24E3506}" dt="2025-10-21T19:20:06.715" v="13181" actId="26606"/>
        <pc:sldMkLst>
          <pc:docMk/>
          <pc:sldMk cId="3600804934" sldId="267"/>
        </pc:sldMkLst>
        <pc:spChg chg="mod">
          <ac:chgData name="Torgrim Odde" userId="263d2d9e-d662-4ecd-84e3-6377197a8522" providerId="ADAL" clId="{F19F3179-E777-480F-BD2C-D9A8F24E3506}" dt="2025-10-21T19:20:06.715" v="13181" actId="26606"/>
          <ac:spMkLst>
            <pc:docMk/>
            <pc:sldMk cId="3600804934" sldId="267"/>
            <ac:spMk id="2" creationId="{12D29BF9-F861-778F-CCD4-CD4A15E20053}"/>
          </ac:spMkLst>
        </pc:spChg>
        <pc:spChg chg="mod">
          <ac:chgData name="Torgrim Odde" userId="263d2d9e-d662-4ecd-84e3-6377197a8522" providerId="ADAL" clId="{F19F3179-E777-480F-BD2C-D9A8F24E3506}" dt="2025-10-21T19:20:06.715" v="13181" actId="26606"/>
          <ac:spMkLst>
            <pc:docMk/>
            <pc:sldMk cId="3600804934" sldId="267"/>
            <ac:spMk id="3" creationId="{EC9CA087-4D37-2090-B196-A4229F8C68E0}"/>
          </ac:spMkLst>
        </pc:spChg>
        <pc:spChg chg="mod ord">
          <ac:chgData name="Torgrim Odde" userId="263d2d9e-d662-4ecd-84e3-6377197a8522" providerId="ADAL" clId="{F19F3179-E777-480F-BD2C-D9A8F24E3506}" dt="2025-10-21T19:20:06.715" v="13181" actId="26606"/>
          <ac:spMkLst>
            <pc:docMk/>
            <pc:sldMk cId="3600804934" sldId="267"/>
            <ac:spMk id="4" creationId="{F4BEEC2E-70DD-0878-C74D-83573BF70A4A}"/>
          </ac:spMkLst>
        </pc:spChg>
        <pc:spChg chg="add del">
          <ac:chgData name="Torgrim Odde" userId="263d2d9e-d662-4ecd-84e3-6377197a8522" providerId="ADAL" clId="{F19F3179-E777-480F-BD2C-D9A8F24E3506}" dt="2025-10-21T19:20:06.715" v="13181" actId="26606"/>
          <ac:spMkLst>
            <pc:docMk/>
            <pc:sldMk cId="3600804934" sldId="267"/>
            <ac:spMk id="10" creationId="{030AC80F-8E82-48C9-A5FA-56D476389C2E}"/>
          </ac:spMkLst>
        </pc:spChg>
        <pc:picChg chg="add mod">
          <ac:chgData name="Torgrim Odde" userId="263d2d9e-d662-4ecd-84e3-6377197a8522" providerId="ADAL" clId="{F19F3179-E777-480F-BD2C-D9A8F24E3506}" dt="2025-10-21T19:20:06.715" v="13181" actId="26606"/>
          <ac:picMkLst>
            <pc:docMk/>
            <pc:sldMk cId="3600804934" sldId="267"/>
            <ac:picMk id="5" creationId="{C6CDF30B-F562-E802-A174-FFE16772CA26}"/>
          </ac:picMkLst>
        </pc:picChg>
        <pc:cxnChg chg="add del">
          <ac:chgData name="Torgrim Odde" userId="263d2d9e-d662-4ecd-84e3-6377197a8522" providerId="ADAL" clId="{F19F3179-E777-480F-BD2C-D9A8F24E3506}" dt="2025-10-21T19:20:06.715" v="13181" actId="26606"/>
          <ac:cxnSpMkLst>
            <pc:docMk/>
            <pc:sldMk cId="3600804934" sldId="267"/>
            <ac:cxnSpMk id="12" creationId="{F0748755-DDBC-46D0-91EC-1212A8EE2B40}"/>
          </ac:cxnSpMkLst>
        </pc:cxnChg>
      </pc:sldChg>
      <pc:sldChg chg="addSp modSp new mod setBg modNotesTx">
        <pc:chgData name="Torgrim Odde" userId="263d2d9e-d662-4ecd-84e3-6377197a8522" providerId="ADAL" clId="{F19F3179-E777-480F-BD2C-D9A8F24E3506}" dt="2025-10-21T19:10:37.688" v="13160" actId="20577"/>
        <pc:sldMkLst>
          <pc:docMk/>
          <pc:sldMk cId="1558475132" sldId="268"/>
        </pc:sldMkLst>
        <pc:spChg chg="mod">
          <ac:chgData name="Torgrim Odde" userId="263d2d9e-d662-4ecd-84e3-6377197a8522" providerId="ADAL" clId="{F19F3179-E777-480F-BD2C-D9A8F24E3506}" dt="2025-10-21T19:07:53.098" v="13142" actId="26606"/>
          <ac:spMkLst>
            <pc:docMk/>
            <pc:sldMk cId="1558475132" sldId="268"/>
            <ac:spMk id="2" creationId="{1D0EA80A-F881-BD97-D3ED-F8F18BB56FC1}"/>
          </ac:spMkLst>
        </pc:spChg>
        <pc:spChg chg="mod">
          <ac:chgData name="Torgrim Odde" userId="263d2d9e-d662-4ecd-84e3-6377197a8522" providerId="ADAL" clId="{F19F3179-E777-480F-BD2C-D9A8F24E3506}" dt="2025-10-21T19:07:53.098" v="13142" actId="26606"/>
          <ac:spMkLst>
            <pc:docMk/>
            <pc:sldMk cId="1558475132" sldId="268"/>
            <ac:spMk id="3" creationId="{51EED449-8CBD-615D-EECB-A63C71E402B7}"/>
          </ac:spMkLst>
        </pc:spChg>
        <pc:spChg chg="mod ord">
          <ac:chgData name="Torgrim Odde" userId="263d2d9e-d662-4ecd-84e3-6377197a8522" providerId="ADAL" clId="{F19F3179-E777-480F-BD2C-D9A8F24E3506}" dt="2025-10-21T19:07:53.098" v="13142" actId="26606"/>
          <ac:spMkLst>
            <pc:docMk/>
            <pc:sldMk cId="1558475132" sldId="268"/>
            <ac:spMk id="4" creationId="{F955AF24-D136-E3A4-CEBE-8F6C2E1DAB81}"/>
          </ac:spMkLst>
        </pc:spChg>
        <pc:spChg chg="add">
          <ac:chgData name="Torgrim Odde" userId="263d2d9e-d662-4ecd-84e3-6377197a8522" providerId="ADAL" clId="{F19F3179-E777-480F-BD2C-D9A8F24E3506}" dt="2025-10-21T19:07:53.098" v="13142" actId="26606"/>
          <ac:spMkLst>
            <pc:docMk/>
            <pc:sldMk cId="1558475132" sldId="268"/>
            <ac:spMk id="11" creationId="{40DC026F-444B-46C9-BCBE-329183BF5FE0}"/>
          </ac:spMkLst>
        </pc:spChg>
        <pc:picChg chg="add mod">
          <ac:chgData name="Torgrim Odde" userId="263d2d9e-d662-4ecd-84e3-6377197a8522" providerId="ADAL" clId="{F19F3179-E777-480F-BD2C-D9A8F24E3506}" dt="2025-10-21T19:07:53.098" v="13142" actId="26606"/>
          <ac:picMkLst>
            <pc:docMk/>
            <pc:sldMk cId="1558475132" sldId="268"/>
            <ac:picMk id="6" creationId="{AFCAA087-FEED-785C-4707-7E324CFC6396}"/>
          </ac:picMkLst>
        </pc:picChg>
        <pc:cxnChg chg="add">
          <ac:chgData name="Torgrim Odde" userId="263d2d9e-d662-4ecd-84e3-6377197a8522" providerId="ADAL" clId="{F19F3179-E777-480F-BD2C-D9A8F24E3506}" dt="2025-10-21T19:07:53.098" v="13142" actId="26606"/>
          <ac:cxnSpMkLst>
            <pc:docMk/>
            <pc:sldMk cId="1558475132" sldId="268"/>
            <ac:cxnSpMk id="13" creationId="{F0748755-DDBC-46D0-91EC-1212A8EE2B40}"/>
          </ac:cxnSpMkLst>
        </pc:cxnChg>
      </pc:sldChg>
      <pc:sldChg chg="addSp delSp modSp new mod setBg modNotesTx">
        <pc:chgData name="Torgrim Odde" userId="263d2d9e-d662-4ecd-84e3-6377197a8522" providerId="ADAL" clId="{F19F3179-E777-480F-BD2C-D9A8F24E3506}" dt="2025-10-21T19:29:24.452" v="13231" actId="27614"/>
        <pc:sldMkLst>
          <pc:docMk/>
          <pc:sldMk cId="3022873501" sldId="269"/>
        </pc:sldMkLst>
        <pc:spChg chg="mod">
          <ac:chgData name="Torgrim Odde" userId="263d2d9e-d662-4ecd-84e3-6377197a8522" providerId="ADAL" clId="{F19F3179-E777-480F-BD2C-D9A8F24E3506}" dt="2025-10-21T19:29:15.962" v="13229" actId="26606"/>
          <ac:spMkLst>
            <pc:docMk/>
            <pc:sldMk cId="3022873501" sldId="269"/>
            <ac:spMk id="2" creationId="{33DC3E9E-F546-CA37-11F9-3DF754126349}"/>
          </ac:spMkLst>
        </pc:spChg>
        <pc:spChg chg="mod ord">
          <ac:chgData name="Torgrim Odde" userId="263d2d9e-d662-4ecd-84e3-6377197a8522" providerId="ADAL" clId="{F19F3179-E777-480F-BD2C-D9A8F24E3506}" dt="2025-10-21T19:29:15.962" v="13229" actId="26606"/>
          <ac:spMkLst>
            <pc:docMk/>
            <pc:sldMk cId="3022873501" sldId="269"/>
            <ac:spMk id="3" creationId="{0B9E11A0-C1F7-7276-A7AF-811CEB7E9126}"/>
          </ac:spMkLst>
        </pc:spChg>
        <pc:spChg chg="mod ord">
          <ac:chgData name="Torgrim Odde" userId="263d2d9e-d662-4ecd-84e3-6377197a8522" providerId="ADAL" clId="{F19F3179-E777-480F-BD2C-D9A8F24E3506}" dt="2025-10-21T19:29:15.962" v="13229" actId="26606"/>
          <ac:spMkLst>
            <pc:docMk/>
            <pc:sldMk cId="3022873501" sldId="269"/>
            <ac:spMk id="4" creationId="{3D5F19FA-BE47-83C7-236E-05401B7423AB}"/>
          </ac:spMkLst>
        </pc:spChg>
        <pc:spChg chg="add del">
          <ac:chgData name="Torgrim Odde" userId="263d2d9e-d662-4ecd-84e3-6377197a8522" providerId="ADAL" clId="{F19F3179-E777-480F-BD2C-D9A8F24E3506}" dt="2025-10-21T19:22:43.576" v="13196" actId="26606"/>
          <ac:spMkLst>
            <pc:docMk/>
            <pc:sldMk cId="3022873501" sldId="269"/>
            <ac:spMk id="15" creationId="{561B1731-39D9-4145-8343-C209E1F09BC7}"/>
          </ac:spMkLst>
        </pc:spChg>
        <pc:spChg chg="add del">
          <ac:chgData name="Torgrim Odde" userId="263d2d9e-d662-4ecd-84e3-6377197a8522" providerId="ADAL" clId="{F19F3179-E777-480F-BD2C-D9A8F24E3506}" dt="2025-10-21T19:29:15.962" v="13229" actId="26606"/>
          <ac:spMkLst>
            <pc:docMk/>
            <pc:sldMk cId="3022873501" sldId="269"/>
            <ac:spMk id="3079" creationId="{DB5C2445-A2BD-4CBE-922B-C487E1DF659D}"/>
          </ac:spMkLst>
        </pc:spChg>
        <pc:spChg chg="add">
          <ac:chgData name="Torgrim Odde" userId="263d2d9e-d662-4ecd-84e3-6377197a8522" providerId="ADAL" clId="{F19F3179-E777-480F-BD2C-D9A8F24E3506}" dt="2025-10-21T19:29:15.962" v="13229" actId="26606"/>
          <ac:spMkLst>
            <pc:docMk/>
            <pc:sldMk cId="3022873501" sldId="269"/>
            <ac:spMk id="3083" creationId="{A3B168A7-66FE-4359-9866-CBB841A729E6}"/>
          </ac:spMkLst>
        </pc:spChg>
        <pc:spChg chg="add del">
          <ac:chgData name="Torgrim Odde" userId="263d2d9e-d662-4ecd-84e3-6377197a8522" providerId="ADAL" clId="{F19F3179-E777-480F-BD2C-D9A8F24E3506}" dt="2025-10-21T19:28:55.420" v="13223" actId="26606"/>
          <ac:spMkLst>
            <pc:docMk/>
            <pc:sldMk cId="3022873501" sldId="269"/>
            <ac:spMk id="3086" creationId="{6C433D98-67CA-4678-8F07-275230C07791}"/>
          </ac:spMkLst>
        </pc:spChg>
        <pc:picChg chg="add mod">
          <ac:chgData name="Torgrim Odde" userId="263d2d9e-d662-4ecd-84e3-6377197a8522" providerId="ADAL" clId="{F19F3179-E777-480F-BD2C-D9A8F24E3506}" dt="2025-10-21T19:29:23.986" v="13230" actId="27614"/>
          <ac:picMkLst>
            <pc:docMk/>
            <pc:sldMk cId="3022873501" sldId="269"/>
            <ac:picMk id="5" creationId="{09F7510B-29AB-DDC6-6A8D-59B79099DEC4}"/>
          </ac:picMkLst>
        </pc:picChg>
        <pc:picChg chg="add del mod">
          <ac:chgData name="Torgrim Odde" userId="263d2d9e-d662-4ecd-84e3-6377197a8522" providerId="ADAL" clId="{F19F3179-E777-480F-BD2C-D9A8F24E3506}" dt="2025-10-21T19:27:53.434" v="13212" actId="478"/>
          <ac:picMkLst>
            <pc:docMk/>
            <pc:sldMk cId="3022873501" sldId="269"/>
            <ac:picMk id="6" creationId="{8C7964E6-E3FB-B9FD-1535-335AD857254E}"/>
          </ac:picMkLst>
        </pc:picChg>
        <pc:picChg chg="add del mod">
          <ac:chgData name="Torgrim Odde" userId="263d2d9e-d662-4ecd-84e3-6377197a8522" providerId="ADAL" clId="{F19F3179-E777-480F-BD2C-D9A8F24E3506}" dt="2025-10-21T19:27:55.896" v="13214" actId="478"/>
          <ac:picMkLst>
            <pc:docMk/>
            <pc:sldMk cId="3022873501" sldId="269"/>
            <ac:picMk id="8" creationId="{754D77C1-A40E-5216-89F5-6AB4ED99235E}"/>
          </ac:picMkLst>
        </pc:picChg>
        <pc:picChg chg="add del mod ord">
          <ac:chgData name="Torgrim Odde" userId="263d2d9e-d662-4ecd-84e3-6377197a8522" providerId="ADAL" clId="{F19F3179-E777-480F-BD2C-D9A8F24E3506}" dt="2025-10-21T19:27:54.708" v="13213" actId="478"/>
          <ac:picMkLst>
            <pc:docMk/>
            <pc:sldMk cId="3022873501" sldId="269"/>
            <ac:picMk id="10" creationId="{A5F0DAE6-E7D1-4278-E567-5967206ECD61}"/>
          </ac:picMkLst>
        </pc:picChg>
        <pc:picChg chg="add mod ord">
          <ac:chgData name="Torgrim Odde" userId="263d2d9e-d662-4ecd-84e3-6377197a8522" providerId="ADAL" clId="{F19F3179-E777-480F-BD2C-D9A8F24E3506}" dt="2025-10-21T19:29:24.452" v="13231" actId="27614"/>
          <ac:picMkLst>
            <pc:docMk/>
            <pc:sldMk cId="3022873501" sldId="269"/>
            <ac:picMk id="3074" creationId="{B227A7A2-18E7-57A8-8434-314F48D5A0D7}"/>
          </ac:picMkLst>
        </pc:picChg>
        <pc:picChg chg="add del mod ord">
          <ac:chgData name="Torgrim Odde" userId="263d2d9e-d662-4ecd-84e3-6377197a8522" providerId="ADAL" clId="{F19F3179-E777-480F-BD2C-D9A8F24E3506}" dt="2025-10-21T19:29:09.322" v="13227" actId="21"/>
          <ac:picMkLst>
            <pc:docMk/>
            <pc:sldMk cId="3022873501" sldId="269"/>
            <ac:picMk id="3076" creationId="{09F7510B-29AB-DDC6-6A8D-59B79099DEC4}"/>
          </ac:picMkLst>
        </pc:picChg>
        <pc:cxnChg chg="add del">
          <ac:chgData name="Torgrim Odde" userId="263d2d9e-d662-4ecd-84e3-6377197a8522" providerId="ADAL" clId="{F19F3179-E777-480F-BD2C-D9A8F24E3506}" dt="2025-10-21T19:22:43.576" v="13196" actId="26606"/>
          <ac:cxnSpMkLst>
            <pc:docMk/>
            <pc:sldMk cId="3022873501" sldId="269"/>
            <ac:cxnSpMk id="17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0-21T19:29:15.962" v="13229" actId="26606"/>
          <ac:cxnSpMkLst>
            <pc:docMk/>
            <pc:sldMk cId="3022873501" sldId="269"/>
            <ac:cxnSpMk id="3081" creationId="{F0748755-DDBC-46D0-91EC-1212A8EE2B40}"/>
          </ac:cxnSpMkLst>
        </pc:cxnChg>
        <pc:cxnChg chg="add">
          <ac:chgData name="Torgrim Odde" userId="263d2d9e-d662-4ecd-84e3-6377197a8522" providerId="ADAL" clId="{F19F3179-E777-480F-BD2C-D9A8F24E3506}" dt="2025-10-21T19:29:15.962" v="13229" actId="26606"/>
          <ac:cxnSpMkLst>
            <pc:docMk/>
            <pc:sldMk cId="3022873501" sldId="269"/>
            <ac:cxnSpMk id="3084" creationId="{E55FB8EA-5471-4074-88CA-98AA3AD98101}"/>
          </ac:cxnSpMkLst>
        </pc:cxnChg>
        <pc:cxnChg chg="add del">
          <ac:chgData name="Torgrim Odde" userId="263d2d9e-d662-4ecd-84e3-6377197a8522" providerId="ADAL" clId="{F19F3179-E777-480F-BD2C-D9A8F24E3506}" dt="2025-10-21T19:28:55.420" v="13223" actId="26606"/>
          <ac:cxnSpMkLst>
            <pc:docMk/>
            <pc:sldMk cId="3022873501" sldId="269"/>
            <ac:cxnSpMk id="3088" creationId="{E29BA74B-ECB4-4E0C-ADC9-17655FFE15C5}"/>
          </ac:cxnSpMkLst>
        </pc:cxnChg>
      </pc:sldChg>
      <pc:sldChg chg="addSp delSp modSp new mod setBg modNotesTx">
        <pc:chgData name="Torgrim Odde" userId="263d2d9e-d662-4ecd-84e3-6377197a8522" providerId="ADAL" clId="{F19F3179-E777-480F-BD2C-D9A8F24E3506}" dt="2025-10-21T19:21:03.743" v="13191" actId="26606"/>
        <pc:sldMkLst>
          <pc:docMk/>
          <pc:sldMk cId="2326131002" sldId="270"/>
        </pc:sldMkLst>
        <pc:spChg chg="mod">
          <ac:chgData name="Torgrim Odde" userId="263d2d9e-d662-4ecd-84e3-6377197a8522" providerId="ADAL" clId="{F19F3179-E777-480F-BD2C-D9A8F24E3506}" dt="2025-10-21T19:21:03.743" v="13191" actId="26606"/>
          <ac:spMkLst>
            <pc:docMk/>
            <pc:sldMk cId="2326131002" sldId="270"/>
            <ac:spMk id="2" creationId="{4C3A9562-A2F1-8455-CF0D-AB48A2C91B07}"/>
          </ac:spMkLst>
        </pc:spChg>
        <pc:spChg chg="mod">
          <ac:chgData name="Torgrim Odde" userId="263d2d9e-d662-4ecd-84e3-6377197a8522" providerId="ADAL" clId="{F19F3179-E777-480F-BD2C-D9A8F24E3506}" dt="2025-10-21T19:21:03.743" v="13191" actId="26606"/>
          <ac:spMkLst>
            <pc:docMk/>
            <pc:sldMk cId="2326131002" sldId="270"/>
            <ac:spMk id="3" creationId="{3820E8BD-A70D-FF97-71EC-E8420CF7B27F}"/>
          </ac:spMkLst>
        </pc:spChg>
        <pc:spChg chg="mod ord">
          <ac:chgData name="Torgrim Odde" userId="263d2d9e-d662-4ecd-84e3-6377197a8522" providerId="ADAL" clId="{F19F3179-E777-480F-BD2C-D9A8F24E3506}" dt="2025-10-21T19:08:12.048" v="13145" actId="26606"/>
          <ac:spMkLst>
            <pc:docMk/>
            <pc:sldMk cId="2326131002" sldId="270"/>
            <ac:spMk id="4" creationId="{4F787A50-22FD-92B0-D736-943543F8B44B}"/>
          </ac:spMkLst>
        </pc:spChg>
        <pc:spChg chg="add del">
          <ac:chgData name="Torgrim Odde" userId="263d2d9e-d662-4ecd-84e3-6377197a8522" providerId="ADAL" clId="{F19F3179-E777-480F-BD2C-D9A8F24E3506}" dt="2025-10-21T19:21:03.743" v="13191" actId="26606"/>
          <ac:spMkLst>
            <pc:docMk/>
            <pc:sldMk cId="2326131002" sldId="270"/>
            <ac:spMk id="13" creationId="{A3B168A7-66FE-4359-9866-CBB841A729E6}"/>
          </ac:spMkLst>
        </pc:spChg>
        <pc:spChg chg="add">
          <ac:chgData name="Torgrim Odde" userId="263d2d9e-d662-4ecd-84e3-6377197a8522" providerId="ADAL" clId="{F19F3179-E777-480F-BD2C-D9A8F24E3506}" dt="2025-10-21T19:21:03.743" v="13191" actId="26606"/>
          <ac:spMkLst>
            <pc:docMk/>
            <pc:sldMk cId="2326131002" sldId="270"/>
            <ac:spMk id="20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0-21T19:21:03.743" v="13191" actId="26606"/>
          <ac:picMkLst>
            <pc:docMk/>
            <pc:sldMk cId="2326131002" sldId="270"/>
            <ac:picMk id="6" creationId="{3A6E0F8B-DCF1-29DE-0E67-E035781885EE}"/>
          </ac:picMkLst>
        </pc:picChg>
        <pc:picChg chg="add del mod">
          <ac:chgData name="Torgrim Odde" userId="263d2d9e-d662-4ecd-84e3-6377197a8522" providerId="ADAL" clId="{F19F3179-E777-480F-BD2C-D9A8F24E3506}" dt="2025-10-21T19:20:45.564" v="13182" actId="21"/>
          <ac:picMkLst>
            <pc:docMk/>
            <pc:sldMk cId="2326131002" sldId="270"/>
            <ac:picMk id="8" creationId="{29A5AF6C-A065-4E82-07B9-D70384603142}"/>
          </ac:picMkLst>
        </pc:picChg>
        <pc:cxnChg chg="add del">
          <ac:chgData name="Torgrim Odde" userId="263d2d9e-d662-4ecd-84e3-6377197a8522" providerId="ADAL" clId="{F19F3179-E777-480F-BD2C-D9A8F24E3506}" dt="2025-10-21T19:21:03.743" v="13191" actId="26606"/>
          <ac:cxnSpMkLst>
            <pc:docMk/>
            <pc:sldMk cId="2326131002" sldId="270"/>
            <ac:cxnSpMk id="15" creationId="{E55FB8EA-5471-4074-88CA-98AA3AD98101}"/>
          </ac:cxnSpMkLst>
        </pc:cxnChg>
        <pc:cxnChg chg="add">
          <ac:chgData name="Torgrim Odde" userId="263d2d9e-d662-4ecd-84e3-6377197a8522" providerId="ADAL" clId="{F19F3179-E777-480F-BD2C-D9A8F24E3506}" dt="2025-10-21T19:21:03.743" v="13191" actId="26606"/>
          <ac:cxnSpMkLst>
            <pc:docMk/>
            <pc:sldMk cId="2326131002" sldId="270"/>
            <ac:cxnSpMk id="22" creationId="{F0748755-DDBC-46D0-91EC-1212A8EE2B40}"/>
          </ac:cxnSpMkLst>
        </pc:cxnChg>
      </pc:sldChg>
      <pc:sldChg chg="addSp delSp modSp new mod setBg modNotesTx">
        <pc:chgData name="Torgrim Odde" userId="263d2d9e-d662-4ecd-84e3-6377197a8522" providerId="ADAL" clId="{F19F3179-E777-480F-BD2C-D9A8F24E3506}" dt="2025-10-21T19:20:59.147" v="13190" actId="26606"/>
        <pc:sldMkLst>
          <pc:docMk/>
          <pc:sldMk cId="2003498448" sldId="271"/>
        </pc:sldMkLst>
        <pc:spChg chg="mod">
          <ac:chgData name="Torgrim Odde" userId="263d2d9e-d662-4ecd-84e3-6377197a8522" providerId="ADAL" clId="{F19F3179-E777-480F-BD2C-D9A8F24E3506}" dt="2025-10-21T19:20:59.147" v="13190" actId="26606"/>
          <ac:spMkLst>
            <pc:docMk/>
            <pc:sldMk cId="2003498448" sldId="271"/>
            <ac:spMk id="2" creationId="{6E9A423D-C6E8-4AA7-148E-DDE8AD299C0C}"/>
          </ac:spMkLst>
        </pc:spChg>
        <pc:spChg chg="mod">
          <ac:chgData name="Torgrim Odde" userId="263d2d9e-d662-4ecd-84e3-6377197a8522" providerId="ADAL" clId="{F19F3179-E777-480F-BD2C-D9A8F24E3506}" dt="2025-10-21T19:20:59.147" v="13190" actId="26606"/>
          <ac:spMkLst>
            <pc:docMk/>
            <pc:sldMk cId="2003498448" sldId="271"/>
            <ac:spMk id="3" creationId="{2A31376E-97D2-9162-19AC-81CD24558366}"/>
          </ac:spMkLst>
        </pc:spChg>
        <pc:spChg chg="mod ord">
          <ac:chgData name="Torgrim Odde" userId="263d2d9e-d662-4ecd-84e3-6377197a8522" providerId="ADAL" clId="{F19F3179-E777-480F-BD2C-D9A8F24E3506}" dt="2025-10-21T19:20:59.147" v="13190" actId="26606"/>
          <ac:spMkLst>
            <pc:docMk/>
            <pc:sldMk cId="2003498448" sldId="271"/>
            <ac:spMk id="4" creationId="{D9D04EAA-8DD9-DFEE-45B7-866C1F669B6C}"/>
          </ac:spMkLst>
        </pc:spChg>
        <pc:spChg chg="add del">
          <ac:chgData name="Torgrim Odde" userId="263d2d9e-d662-4ecd-84e3-6377197a8522" providerId="ADAL" clId="{F19F3179-E777-480F-BD2C-D9A8F24E3506}" dt="2025-10-21T19:20:54.683" v="13185" actId="26606"/>
          <ac:spMkLst>
            <pc:docMk/>
            <pc:sldMk cId="2003498448" sldId="271"/>
            <ac:spMk id="13" creationId="{030AC80F-8E82-48C9-A5FA-56D476389C2E}"/>
          </ac:spMkLst>
        </pc:spChg>
        <pc:spChg chg="add del">
          <ac:chgData name="Torgrim Odde" userId="263d2d9e-d662-4ecd-84e3-6377197a8522" providerId="ADAL" clId="{F19F3179-E777-480F-BD2C-D9A8F24E3506}" dt="2025-10-21T19:20:57.837" v="13187" actId="26606"/>
          <ac:spMkLst>
            <pc:docMk/>
            <pc:sldMk cId="2003498448" sldId="271"/>
            <ac:spMk id="17" creationId="{A3B168A7-66FE-4359-9866-CBB841A729E6}"/>
          </ac:spMkLst>
        </pc:spChg>
        <pc:spChg chg="add del">
          <ac:chgData name="Torgrim Odde" userId="263d2d9e-d662-4ecd-84e3-6377197a8522" providerId="ADAL" clId="{F19F3179-E777-480F-BD2C-D9A8F24E3506}" dt="2025-10-21T19:20:59.131" v="13189" actId="26606"/>
          <ac:spMkLst>
            <pc:docMk/>
            <pc:sldMk cId="2003498448" sldId="271"/>
            <ac:spMk id="20" creationId="{030AC80F-8E82-48C9-A5FA-56D476389C2E}"/>
          </ac:spMkLst>
        </pc:spChg>
        <pc:spChg chg="add">
          <ac:chgData name="Torgrim Odde" userId="263d2d9e-d662-4ecd-84e3-6377197a8522" providerId="ADAL" clId="{F19F3179-E777-480F-BD2C-D9A8F24E3506}" dt="2025-10-21T19:20:59.147" v="13190" actId="26606"/>
          <ac:spMkLst>
            <pc:docMk/>
            <pc:sldMk cId="2003498448" sldId="271"/>
            <ac:spMk id="23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0-21T19:20:59.147" v="13190" actId="26606"/>
          <ac:picMkLst>
            <pc:docMk/>
            <pc:sldMk cId="2003498448" sldId="271"/>
            <ac:picMk id="8" creationId="{29A5AF6C-A065-4E82-07B9-D70384603142}"/>
          </ac:picMkLst>
        </pc:picChg>
        <pc:cxnChg chg="add del">
          <ac:chgData name="Torgrim Odde" userId="263d2d9e-d662-4ecd-84e3-6377197a8522" providerId="ADAL" clId="{F19F3179-E777-480F-BD2C-D9A8F24E3506}" dt="2025-10-21T19:20:54.683" v="13185" actId="26606"/>
          <ac:cxnSpMkLst>
            <pc:docMk/>
            <pc:sldMk cId="2003498448" sldId="271"/>
            <ac:cxnSpMk id="15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0-21T19:20:57.837" v="13187" actId="26606"/>
          <ac:cxnSpMkLst>
            <pc:docMk/>
            <pc:sldMk cId="2003498448" sldId="271"/>
            <ac:cxnSpMk id="18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0-21T19:20:59.131" v="13189" actId="26606"/>
          <ac:cxnSpMkLst>
            <pc:docMk/>
            <pc:sldMk cId="2003498448" sldId="271"/>
            <ac:cxnSpMk id="21" creationId="{F0748755-DDBC-46D0-91EC-1212A8EE2B40}"/>
          </ac:cxnSpMkLst>
        </pc:cxnChg>
        <pc:cxnChg chg="add">
          <ac:chgData name="Torgrim Odde" userId="263d2d9e-d662-4ecd-84e3-6377197a8522" providerId="ADAL" clId="{F19F3179-E777-480F-BD2C-D9A8F24E3506}" dt="2025-10-21T19:20:59.147" v="13190" actId="26606"/>
          <ac:cxnSpMkLst>
            <pc:docMk/>
            <pc:sldMk cId="2003498448" sldId="271"/>
            <ac:cxnSpMk id="24" creationId="{F0748755-DDBC-46D0-91EC-1212A8EE2B40}"/>
          </ac:cxnSpMkLst>
        </pc:cxnChg>
      </pc:sldChg>
      <pc:sldChg chg="addSp modSp new mod modNotesTx">
        <pc:chgData name="Torgrim Odde" userId="263d2d9e-d662-4ecd-84e3-6377197a8522" providerId="ADAL" clId="{F19F3179-E777-480F-BD2C-D9A8F24E3506}" dt="2025-10-21T19:26:29.757" v="13208" actId="1076"/>
        <pc:sldMkLst>
          <pc:docMk/>
          <pc:sldMk cId="3229146995" sldId="272"/>
        </pc:sldMkLst>
        <pc:spChg chg="mod">
          <ac:chgData name="Torgrim Odde" userId="263d2d9e-d662-4ecd-84e3-6377197a8522" providerId="ADAL" clId="{F19F3179-E777-480F-BD2C-D9A8F24E3506}" dt="2025-10-21T17:49:18.721" v="4198" actId="20577"/>
          <ac:spMkLst>
            <pc:docMk/>
            <pc:sldMk cId="3229146995" sldId="272"/>
            <ac:spMk id="2" creationId="{272153E3-71B5-041E-5918-3521166DC327}"/>
          </ac:spMkLst>
        </pc:spChg>
        <pc:spChg chg="mod">
          <ac:chgData name="Torgrim Odde" userId="263d2d9e-d662-4ecd-84e3-6377197a8522" providerId="ADAL" clId="{F19F3179-E777-480F-BD2C-D9A8F24E3506}" dt="2025-10-21T17:50:23.942" v="4305" actId="20577"/>
          <ac:spMkLst>
            <pc:docMk/>
            <pc:sldMk cId="3229146995" sldId="272"/>
            <ac:spMk id="3" creationId="{6691E7BA-2774-3953-B20A-662BEBB372B7}"/>
          </ac:spMkLst>
        </pc:spChg>
        <pc:picChg chg="add mod">
          <ac:chgData name="Torgrim Odde" userId="263d2d9e-d662-4ecd-84e3-6377197a8522" providerId="ADAL" clId="{F19F3179-E777-480F-BD2C-D9A8F24E3506}" dt="2025-10-21T19:26:29.757" v="13208" actId="1076"/>
          <ac:picMkLst>
            <pc:docMk/>
            <pc:sldMk cId="3229146995" sldId="272"/>
            <ac:picMk id="8" creationId="{61C0DF18-791B-E6E8-630F-96032B5D432C}"/>
          </ac:picMkLst>
        </pc:picChg>
      </pc:sldChg>
      <pc:sldChg chg="modSp new mod modNotesTx">
        <pc:chgData name="Torgrim Odde" userId="263d2d9e-d662-4ecd-84e3-6377197a8522" providerId="ADAL" clId="{F19F3179-E777-480F-BD2C-D9A8F24E3506}" dt="2025-10-21T18:00:00.487" v="5120" actId="5793"/>
        <pc:sldMkLst>
          <pc:docMk/>
          <pc:sldMk cId="679323410" sldId="273"/>
        </pc:sldMkLst>
        <pc:spChg chg="mod">
          <ac:chgData name="Torgrim Odde" userId="263d2d9e-d662-4ecd-84e3-6377197a8522" providerId="ADAL" clId="{F19F3179-E777-480F-BD2C-D9A8F24E3506}" dt="2025-10-21T17:50:40.177" v="4344" actId="20577"/>
          <ac:spMkLst>
            <pc:docMk/>
            <pc:sldMk cId="679323410" sldId="273"/>
            <ac:spMk id="2" creationId="{5DF8F0E6-4646-CDD4-5186-B64E2ED63186}"/>
          </ac:spMkLst>
        </pc:spChg>
        <pc:spChg chg="mod">
          <ac:chgData name="Torgrim Odde" userId="263d2d9e-d662-4ecd-84e3-6377197a8522" providerId="ADAL" clId="{F19F3179-E777-480F-BD2C-D9A8F24E3506}" dt="2025-10-21T17:51:35.277" v="4535" actId="20577"/>
          <ac:spMkLst>
            <pc:docMk/>
            <pc:sldMk cId="679323410" sldId="273"/>
            <ac:spMk id="3" creationId="{42FED978-BB31-D90F-C17D-7F9CB370948E}"/>
          </ac:spMkLst>
        </pc:spChg>
      </pc:sldChg>
      <pc:sldChg chg="addSp delSp modSp new mod setBg modNotesTx">
        <pc:chgData name="Torgrim Odde" userId="263d2d9e-d662-4ecd-84e3-6377197a8522" providerId="ADAL" clId="{F19F3179-E777-480F-BD2C-D9A8F24E3506}" dt="2025-10-21T19:26:54.613" v="13211" actId="1076"/>
        <pc:sldMkLst>
          <pc:docMk/>
          <pc:sldMk cId="113568037" sldId="274"/>
        </pc:sldMkLst>
        <pc:spChg chg="mod">
          <ac:chgData name="Torgrim Odde" userId="263d2d9e-d662-4ecd-84e3-6377197a8522" providerId="ADAL" clId="{F19F3179-E777-480F-BD2C-D9A8F24E3506}" dt="2025-10-21T19:25:00.553" v="13204" actId="26606"/>
          <ac:spMkLst>
            <pc:docMk/>
            <pc:sldMk cId="113568037" sldId="274"/>
            <ac:spMk id="2" creationId="{B28E83F2-C52C-A5F5-8EA9-D72671E6B72A}"/>
          </ac:spMkLst>
        </pc:spChg>
        <pc:spChg chg="mod">
          <ac:chgData name="Torgrim Odde" userId="263d2d9e-d662-4ecd-84e3-6377197a8522" providerId="ADAL" clId="{F19F3179-E777-480F-BD2C-D9A8F24E3506}" dt="2025-10-21T19:26:54.613" v="13211" actId="1076"/>
          <ac:spMkLst>
            <pc:docMk/>
            <pc:sldMk cId="113568037" sldId="274"/>
            <ac:spMk id="3" creationId="{4BF25084-9013-E796-0C0D-5F6A4AB130BF}"/>
          </ac:spMkLst>
        </pc:spChg>
        <pc:spChg chg="mod ord">
          <ac:chgData name="Torgrim Odde" userId="263d2d9e-d662-4ecd-84e3-6377197a8522" providerId="ADAL" clId="{F19F3179-E777-480F-BD2C-D9A8F24E3506}" dt="2025-10-21T19:25:00.553" v="13204" actId="26606"/>
          <ac:spMkLst>
            <pc:docMk/>
            <pc:sldMk cId="113568037" sldId="274"/>
            <ac:spMk id="4" creationId="{C3781DD3-4A58-F989-9EAB-E6D79FFFF3D7}"/>
          </ac:spMkLst>
        </pc:spChg>
        <pc:spChg chg="add">
          <ac:chgData name="Torgrim Odde" userId="263d2d9e-d662-4ecd-84e3-6377197a8522" providerId="ADAL" clId="{F19F3179-E777-480F-BD2C-D9A8F24E3506}" dt="2025-10-21T19:25:00.553" v="13204" actId="26606"/>
          <ac:spMkLst>
            <pc:docMk/>
            <pc:sldMk cId="113568037" sldId="274"/>
            <ac:spMk id="13" creationId="{030AC80F-8E82-48C9-A5FA-56D476389C2E}"/>
          </ac:spMkLst>
        </pc:spChg>
        <pc:spChg chg="add del">
          <ac:chgData name="Torgrim Odde" userId="263d2d9e-d662-4ecd-84e3-6377197a8522" providerId="ADAL" clId="{F19F3179-E777-480F-BD2C-D9A8F24E3506}" dt="2025-10-21T19:22:16.651" v="13194" actId="26606"/>
          <ac:spMkLst>
            <pc:docMk/>
            <pc:sldMk cId="113568037" sldId="274"/>
            <ac:spMk id="2055" creationId="{40DC026F-444B-46C9-BCBE-329183BF5FE0}"/>
          </ac:spMkLst>
        </pc:spChg>
        <pc:picChg chg="add del mod">
          <ac:chgData name="Torgrim Odde" userId="263d2d9e-d662-4ecd-84e3-6377197a8522" providerId="ADAL" clId="{F19F3179-E777-480F-BD2C-D9A8F24E3506}" dt="2025-10-21T19:24:33.079" v="13199" actId="478"/>
          <ac:picMkLst>
            <pc:docMk/>
            <pc:sldMk cId="113568037" sldId="274"/>
            <ac:picMk id="6" creationId="{5C96D8AF-8B37-B0DD-9803-D189E70DEF71}"/>
          </ac:picMkLst>
        </pc:picChg>
        <pc:picChg chg="add del mod">
          <ac:chgData name="Torgrim Odde" userId="263d2d9e-d662-4ecd-84e3-6377197a8522" providerId="ADAL" clId="{F19F3179-E777-480F-BD2C-D9A8F24E3506}" dt="2025-10-21T19:26:23.231" v="13206" actId="21"/>
          <ac:picMkLst>
            <pc:docMk/>
            <pc:sldMk cId="113568037" sldId="274"/>
            <ac:picMk id="8" creationId="{61C0DF18-791B-E6E8-630F-96032B5D432C}"/>
          </ac:picMkLst>
        </pc:picChg>
        <pc:picChg chg="add mod">
          <ac:chgData name="Torgrim Odde" userId="263d2d9e-d662-4ecd-84e3-6377197a8522" providerId="ADAL" clId="{F19F3179-E777-480F-BD2C-D9A8F24E3506}" dt="2025-10-21T19:22:16.651" v="13194" actId="26606"/>
          <ac:picMkLst>
            <pc:docMk/>
            <pc:sldMk cId="113568037" sldId="274"/>
            <ac:picMk id="2050" creationId="{B3F1A900-D6E9-1369-B57A-85C56B56FE26}"/>
          </ac:picMkLst>
        </pc:picChg>
        <pc:cxnChg chg="add">
          <ac:chgData name="Torgrim Odde" userId="263d2d9e-d662-4ecd-84e3-6377197a8522" providerId="ADAL" clId="{F19F3179-E777-480F-BD2C-D9A8F24E3506}" dt="2025-10-21T19:25:00.553" v="13204" actId="26606"/>
          <ac:cxnSpMkLst>
            <pc:docMk/>
            <pc:sldMk cId="113568037" sldId="274"/>
            <ac:cxnSpMk id="15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0-21T19:22:16.651" v="13194" actId="26606"/>
          <ac:cxnSpMkLst>
            <pc:docMk/>
            <pc:sldMk cId="113568037" sldId="274"/>
            <ac:cxnSpMk id="2057" creationId="{F0748755-DDBC-46D0-91EC-1212A8EE2B4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7ED373-BAD1-4F47-AB59-36CCC457D4C9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439AA-4617-4627-B5F6-FFD7862B7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98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will cover 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24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Objective: </a:t>
            </a:r>
            <a:r>
              <a:rPr lang="en-US" dirty="0"/>
              <a:t>To Model pressure behavior in a radial reservoir using both analytical and numerical approaches, and verify numerical accuracy and performance through comparison to theory and well test data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Problem basis: </a:t>
            </a:r>
            <a:r>
              <a:rPr lang="en-US" dirty="0"/>
              <a:t>Single-phase flow in a homogenous, isotropic reservoir with constant properties. Flow toward a vertical well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Approach: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Derive and implement steady and transient pressure equations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Validate numerical solver vs analytical line-source solution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Benchmark solver performance for difference methods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Fit model parameters to real well test data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b="1" dirty="0"/>
              <a:t>Key methods: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Finite difference discretization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Implicit time stepping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Different linear solvers (dense, sparse, Thomas)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Curve fitting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b="1" dirty="0"/>
              <a:t>End goal: </a:t>
            </a:r>
            <a:r>
              <a:rPr lang="en-US" dirty="0"/>
              <a:t>Confirm theoretical accuracy and extract reservoir parameters from data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94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Task foundation: The entire project builds on the radial diffusivity equation (hydraulic diffusivity)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Transformation: To simplify the Partial Differential Equation, the project uses logarithmic coordinate which converts the radial operator into a constant-coefficient second derivative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Simplifies the discretization and improves numerical stability and accuracy!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Boundary conditions: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Inner boundary y=</a:t>
            </a:r>
            <a:r>
              <a:rPr lang="en-US" dirty="0" err="1"/>
              <a:t>yw</a:t>
            </a:r>
            <a:r>
              <a:rPr lang="en-US" dirty="0"/>
              <a:t> (specified flux)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Outer boundary y=ye (fixed pressure)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16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Derive steady-state analytical solution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Construct discrete time lazy BC with N = 4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Compute truncation error and boundary error order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Verify error scaling numerically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Steady state implication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Lazy boundary condition (first order accuracy)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Not-so-lazy boundary, derived from Taylor expansion (second order accurate)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 in our project: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Finite difference interior stencil, lazy and not-so-lazy boundary treatment in ‘</a:t>
            </a:r>
            <a:r>
              <a:rPr lang="en-US" dirty="0" err="1"/>
              <a:t>PressureSolver</a:t>
            </a:r>
            <a:r>
              <a:rPr lang="en-US" dirty="0"/>
              <a:t>’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Analytical solution used as reference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Limitations: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Only valid for constant properties and steady flow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Not-so-lazy still second order, but not exact for higher complexity problems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517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Quantify truncation error and verify error order numerically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Interior truncation error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Lazy boundary domination (first order global error)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Not-so-lazy boundary eliminates this leading term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System solver for multiple N values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Error evaluated at fixed physical radius to ensure consistency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Lazy BC error slope ~-1 in log-log plot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Not-so-lazy </a:t>
            </a:r>
            <a:r>
              <a:rPr lang="en-US" dirty="0" err="1"/>
              <a:t>bc</a:t>
            </a:r>
            <a:r>
              <a:rPr lang="en-US" dirty="0"/>
              <a:t> slope ~0 (round-off limited – exact match!)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Confirms theoretical expectations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163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Derivate matrix system for N=4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Show actual numerical matrix for given parameters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Implement a general simulator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Implicit backward Euler (discretized)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Unconditionally stable and suitable for stiff problems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‘</a:t>
            </a:r>
            <a:r>
              <a:rPr lang="en-US" dirty="0" err="1"/>
              <a:t>build_tridiagonal_matrix</a:t>
            </a:r>
            <a:r>
              <a:rPr lang="en-US" dirty="0"/>
              <a:t>’ creates coefficient matrix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Solver supports multiple linear solution strategies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Matrix matches theoretical 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Solver converges for any ∆t due to implicit scheme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Limitations: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First order in 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Early time accuracy depends on ∆t choice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4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Compare numerical solution for different N with line-source analytical solution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Plot drawdown vs time in physical radius coordinates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Line-source (Theis) solution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Valid for early/intermediate time when boundary is not felt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 err="1"/>
              <a:t>Beheavior</a:t>
            </a:r>
            <a:endParaRPr lang="en-US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Early time: Short-term transients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Intermediate: Logarithmic straight line on </a:t>
            </a:r>
            <a:r>
              <a:rPr lang="en-US" dirty="0" err="1"/>
              <a:t>semilog</a:t>
            </a:r>
            <a:r>
              <a:rPr lang="en-US" dirty="0"/>
              <a:t> plot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Late time: Boundary dominated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Compare numerical drawdown for N=50 and N=200 at two radii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Line-source computed analytically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Intermediate time window </a:t>
            </a:r>
            <a:r>
              <a:rPr lang="en-US" dirty="0" err="1"/>
              <a:t>sahded</a:t>
            </a: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Small deviations from </a:t>
            </a:r>
            <a:r>
              <a:rPr lang="en-US" dirty="0" err="1"/>
              <a:t>dicretization</a:t>
            </a:r>
            <a:r>
              <a:rPr lang="en-US" dirty="0"/>
              <a:t>/transients at early 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Numerical and analytical match closely in intermediate region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Numerical deviates due to boundary, analytical does not at late time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No boundary in line-source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Limitations: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Line source ignores boundary, so late-time differences are expected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17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Benchmark 3 solvers; dense (NumPy), sparse (SciPy) and Thomas algorithm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Dense solver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Sparse solver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Thomas algorithm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Timing across multiple N and timesteps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Logged average runtime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small N, all methods similar (overhead dominates)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Around N~200, SciPy overtakes NumPy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Around N~200 Thomas is fastest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Consistent with theoretical complexity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Expected Thomas to be way faster than SciPy for large N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565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Load well test pressure data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Convert units to SI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Scatter plot of well pressure vs time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Derive formula for pw in terms of p0 (well block)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Observed data shows early drawdown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Intermediate linear </a:t>
            </a:r>
            <a:r>
              <a:rPr lang="en-US" dirty="0" err="1"/>
              <a:t>semilog</a:t>
            </a:r>
            <a:r>
              <a:rPr lang="en-US" dirty="0"/>
              <a:t> region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Late time stabilization (boundary-dominated flow)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Neumann BC at well gives </a:t>
            </a:r>
            <a:r>
              <a:rPr lang="en-US" dirty="0" err="1"/>
              <a:t>dp</a:t>
            </a:r>
            <a:r>
              <a:rPr lang="en-US" dirty="0"/>
              <a:t>/</a:t>
            </a:r>
            <a:r>
              <a:rPr lang="en-US" dirty="0" err="1"/>
              <a:t>dy</a:t>
            </a:r>
            <a:r>
              <a:rPr lang="en-US" dirty="0"/>
              <a:t> = </a:t>
            </a:r>
            <a:r>
              <a:rPr lang="el-GR" dirty="0"/>
              <a:t>α</a:t>
            </a: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Taylor over half-cell gives pw ~p0 – </a:t>
            </a:r>
            <a:r>
              <a:rPr lang="el-GR" dirty="0"/>
              <a:t>Δ</a:t>
            </a:r>
            <a:r>
              <a:rPr lang="en-US" dirty="0"/>
              <a:t>y/2 * </a:t>
            </a:r>
            <a:r>
              <a:rPr lang="el-GR" dirty="0"/>
              <a:t>α</a:t>
            </a: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‘pandas’ for reading ‘well_bhp.dat’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Unit conversion psi -&gt; SI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Scatter plot for inspection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‘</a:t>
            </a:r>
            <a:r>
              <a:rPr lang="en-US" dirty="0" err="1"/>
              <a:t>well_pressure_from_block</a:t>
            </a:r>
            <a:r>
              <a:rPr lang="en-US" dirty="0"/>
              <a:t>()’ computes for each timestep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Used for matching with well test data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Data aligns with expected pressure decline curve shape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Late-time plateau indicates boundary reached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Accurate approximation of well pressure for comparison with measurements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70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Fit parameters k, pi and re to data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Compare data, numerical solution, and Theis solution on log-time plot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Parameter effects: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K; slope of </a:t>
            </a:r>
            <a:r>
              <a:rPr lang="en-US" dirty="0" err="1"/>
              <a:t>semilog</a:t>
            </a:r>
            <a:r>
              <a:rPr lang="en-US" dirty="0"/>
              <a:t> line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Pi; vertical offset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Re; late-time stabilization onset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Line-source keeps declining; numerical plateaus at boundary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‘</a:t>
            </a:r>
            <a:r>
              <a:rPr lang="en-US" dirty="0" err="1"/>
              <a:t>scipy.optimize.curve_fit</a:t>
            </a:r>
            <a:r>
              <a:rPr lang="en-US" dirty="0"/>
              <a:t>’ to find best fit parameters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Simulated well pressure vs measured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Analytical </a:t>
            </a:r>
            <a:r>
              <a:rPr lang="en-US" dirty="0" err="1"/>
              <a:t>theis</a:t>
            </a:r>
            <a:r>
              <a:rPr lang="en-US" dirty="0"/>
              <a:t> computed with fitted parameters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Early/intermediate match is good for both line-source and numerical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Numerical curve levels off at late time (boundary felt)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Fitted parameters consistent with expected behavior)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7196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objective: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Calculate total water volume for fitted 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Theory: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 = </a:t>
            </a:r>
            <a:r>
              <a:rPr lang="el-GR" dirty="0"/>
              <a:t>ϕπ(</a:t>
            </a:r>
            <a:r>
              <a:rPr lang="en-US" dirty="0"/>
              <a:t>re2​−rw2​)h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Assuming porosity </a:t>
            </a:r>
            <a:r>
              <a:rPr lang="el-GR" dirty="0"/>
              <a:t>ϕ</a:t>
            </a:r>
            <a:r>
              <a:rPr lang="en-US" dirty="0"/>
              <a:t> (phi) and fully water saturated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Implementation: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Simple calculation using fitted re in SI units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Results: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Reservoir volume derived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Meaningful value consistent with late-time pressure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Assumes full saturation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6383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Reservoir does not change over time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95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Exercise 1: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Analytical steady-state solution derived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Lazy BC gives first order error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Not-so-lazy BC gives second order error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dirty="0"/>
              <a:t>exact match in our project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Exercise 2: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Implicit transient solver correctly constructed and validated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Exercise 3: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Numerical solution matches Theis in intermediate times and correctly deviates at late times when boundary is felt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Thomas algorithm offers best performance at large N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Although, expected better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Exercise 4: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Well test data successfully fitted for k, pi and 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Numerical model reproduces real well behavior including boundary effects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Overall: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Theory and simulations are consistent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Project demonstrates accuracy and computational efficiency of chosen numerical method.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495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1EFC7-1B3C-4B0F-AFC7-781CD6B4747D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07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DE27B-BC99-4A0A-BCFD-ED0A267D9D51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007D-9B1D-4E2C-B38F-29C6820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9127"/>
            <a:ext cx="9272260" cy="3472874"/>
          </a:xfrm>
        </p:spPr>
        <p:txBody>
          <a:bodyPr anchor="t">
            <a:normAutofit/>
          </a:bodyPr>
          <a:lstStyle>
            <a:lvl1pPr>
              <a:defRPr sz="4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0C51B-B525-4032-9D08-2978D7367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939" y="4572000"/>
            <a:ext cx="9272262" cy="1320801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62175-7B16-402E-9E2A-82AFC18A8DE6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9890066" cy="12942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8267C-7252-40EA-A643-356AD4037C13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16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84333"/>
            <a:ext cx="9949455" cy="838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3C845-5CAB-4C98-B308-7DC64DC94442}" type="datetime1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34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C57F5-CCCF-4169-9887-C85A6A4A9305}" type="datetime1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6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8B02B-A32A-4383-BBC7-0C38339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C0A02F-ABD3-4941-934D-1D1C21EA3D08}" type="datetime1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F7E77-47E0-4F9E-9148-8D0C59C0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005A2-ECF0-4759-A17B-FDECE806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DD4B-5676-477E-8C52-4C1CF160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4448"/>
            <a:ext cx="3785860" cy="1554362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A3E63-EB15-4D82-BF2B-36BB030C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0" y="922689"/>
            <a:ext cx="548600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E994E-BAB7-43DC-A0E4-C779CF2A3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701254"/>
            <a:ext cx="3785860" cy="31677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EFAAA-1B70-42AA-ADCC-F49B5813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8457-5E11-4F74-9E39-A700DF498CFF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7B6CC-1C13-4F34-AC86-CCD442C8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1B638-9061-41AD-AF47-73A4AF8B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60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3C43-1676-4A29-83F9-D788ED2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7280"/>
            <a:ext cx="3785860" cy="1559740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4A903-97C7-4349-B8CE-1BBED1942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4500" y="1143000"/>
            <a:ext cx="5486400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A9F58-4AEB-4286-98F7-3C77AA91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697480"/>
            <a:ext cx="3785860" cy="30934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55A58-F085-4500-AF61-045B12C8F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96D06-1C8D-4B9D-9720-486DA66A489C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36470-561D-49AE-AC84-B79D483FD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F2BE2-DF21-4683-9D5F-849A525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62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C900-05BC-4021-B69F-2DAF974B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6E227-253A-44A0-9404-1CFD8CE41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36719-8640-4027-924D-33E828541D99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0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2CF945-D70F-49C1-8CE5-5758C1166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2100" y="1091381"/>
            <a:ext cx="2171700" cy="49533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DB721-04AA-4330-8045-3F2D9BB4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91381"/>
            <a:ext cx="8265340" cy="49533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18C15-991C-4C71-8DCD-DB3B38888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8F77-05EF-4003-8D2E-60226B47138D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28CC3-5830-4EFA-B28E-1648904D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A91B6-E419-4483-9B66-3C758788B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E447C6A-78C3-4687-9A71-A05DBF6700DE}"/>
              </a:ext>
            </a:extLst>
          </p:cNvPr>
          <p:cNvCxnSpPr>
            <a:cxnSpLocks/>
          </p:cNvCxnSpPr>
          <p:nvPr/>
        </p:nvCxnSpPr>
        <p:spPr>
          <a:xfrm>
            <a:off x="11387805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517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1294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447778"/>
            <a:ext cx="9922764" cy="3838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15200" y="6389688"/>
            <a:ext cx="3695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8CF3C04-353E-43C9-BC6F-8427A61ACD27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0940" y="6389688"/>
            <a:ext cx="44335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3190" y="6389688"/>
            <a:ext cx="940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8689CE0-64D2-447C-9C1F-872D111D8AC3}"/>
              </a:ext>
            </a:extLst>
          </p:cNvPr>
          <p:cNvCxnSpPr>
            <a:cxnSpLocks/>
          </p:cNvCxnSpPr>
          <p:nvPr/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611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28" r:id="rId6"/>
    <p:sldLayoutId id="2147483724" r:id="rId7"/>
    <p:sldLayoutId id="2147483725" r:id="rId8"/>
    <p:sldLayoutId id="2147483726" r:id="rId9"/>
    <p:sldLayoutId id="2147483727" r:id="rId10"/>
    <p:sldLayoutId id="214748372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C99DC-C3C5-4EBE-91DD-345109C3D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665F997-7BA8-D1AE-21E3-8A66EB7AC7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4516" y="1076635"/>
            <a:ext cx="3930256" cy="3495365"/>
          </a:xfrm>
        </p:spPr>
        <p:txBody>
          <a:bodyPr anchor="t">
            <a:normAutofit/>
          </a:bodyPr>
          <a:lstStyle/>
          <a:p>
            <a:r>
              <a:rPr lang="en-US" sz="4000" dirty="0"/>
              <a:t>Project 2 - Can you hear a reservoir?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60469092-CE1F-BFB3-CC73-F735F1858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0940" y="4525682"/>
            <a:ext cx="3638358" cy="1318124"/>
          </a:xfrm>
        </p:spPr>
        <p:txBody>
          <a:bodyPr anchor="b">
            <a:normAutofit/>
          </a:bodyPr>
          <a:lstStyle/>
          <a:p>
            <a:r>
              <a:rPr lang="en-US" dirty="0"/>
              <a:t>Malvin </a:t>
            </a:r>
            <a:r>
              <a:rPr lang="en-US" dirty="0" err="1"/>
              <a:t>Varpe</a:t>
            </a:r>
            <a:r>
              <a:rPr lang="en-US" dirty="0"/>
              <a:t> &amp; </a:t>
            </a:r>
            <a:br>
              <a:rPr lang="en-US" dirty="0"/>
            </a:br>
            <a:r>
              <a:rPr lang="en-US" dirty="0"/>
              <a:t>Torgrim Odde</a:t>
            </a:r>
          </a:p>
        </p:txBody>
      </p:sp>
      <p:cxnSp>
        <p:nvCxnSpPr>
          <p:cNvPr id="16" name="Straight Connector 10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7684" y="1186792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3" descr="Hvit struktur">
            <a:extLst>
              <a:ext uri="{FF2B5EF4-FFF2-40B4-BE49-F238E27FC236}">
                <a16:creationId xmlns:a16="http://schemas.microsoft.com/office/drawing/2014/main" id="{36F57848-66CA-2942-B675-DFAE15E48D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71" r="26742"/>
          <a:stretch>
            <a:fillRect/>
          </a:stretch>
        </p:blipFill>
        <p:spPr>
          <a:xfrm>
            <a:off x="5524500" y="1"/>
            <a:ext cx="6667501" cy="6857999"/>
          </a:xfrm>
          <a:prstGeom prst="rect">
            <a:avLst/>
          </a:prstGeom>
        </p:spPr>
      </p:pic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45F2A5A8-881A-55B0-AF64-C67B449D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8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5F2A9C2-EB17-6CB2-A050-C25396B4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011D28F-77F2-55AD-BD61-8E92F7225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Numerical and Analytical Pressure Solutions in Radial Flow</a:t>
            </a:r>
          </a:p>
          <a:p>
            <a:r>
              <a:rPr lang="en-US" dirty="0"/>
              <a:t>Governing Equation &amp; Transformation</a:t>
            </a:r>
          </a:p>
          <a:p>
            <a:r>
              <a:rPr lang="en-US" dirty="0"/>
              <a:t>Ex 1: Steady-State Solution</a:t>
            </a:r>
          </a:p>
          <a:p>
            <a:r>
              <a:rPr lang="en-US" dirty="0"/>
              <a:t>Ex 2: Implicit Transient Solver</a:t>
            </a:r>
          </a:p>
          <a:p>
            <a:r>
              <a:rPr lang="en-US" dirty="0"/>
              <a:t>Ex 3: Comparison to Line-Source Solution</a:t>
            </a:r>
          </a:p>
          <a:p>
            <a:r>
              <a:rPr lang="en-US" dirty="0"/>
              <a:t>Solver Performance &amp; Scaling</a:t>
            </a:r>
          </a:p>
          <a:p>
            <a:r>
              <a:rPr lang="en-US" dirty="0"/>
              <a:t>Ex 4: Well test data matching</a:t>
            </a:r>
          </a:p>
          <a:p>
            <a:r>
              <a:rPr lang="en-US" dirty="0"/>
              <a:t>Project limitations &amp; Alternatives</a:t>
            </a:r>
          </a:p>
          <a:p>
            <a:r>
              <a:rPr lang="en-US" dirty="0"/>
              <a:t>Conclusions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465394E-BA1C-5D3F-88D4-91FDBB1AF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096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49F6C2-264F-12EB-2F52-937D2B916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and Analytical Pressure Solutions in Radial Flow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E96E3CE-5785-750E-8EC7-7CCF05697C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Modeling fluid flow around well using numerical and analytical solutions </a:t>
            </a:r>
          </a:p>
          <a:p>
            <a:r>
              <a:rPr lang="en-US" dirty="0"/>
              <a:t>Based on diffusivity equation in cylindrical coordinates</a:t>
            </a:r>
          </a:p>
          <a:p>
            <a:r>
              <a:rPr lang="en-US" dirty="0"/>
              <a:t>Project structured into 4 exercises</a:t>
            </a:r>
          </a:p>
          <a:p>
            <a:pPr lvl="1"/>
            <a:r>
              <a:rPr lang="en-US" dirty="0"/>
              <a:t>Steady state solution</a:t>
            </a:r>
          </a:p>
          <a:p>
            <a:pPr lvl="1"/>
            <a:r>
              <a:rPr lang="en-US" dirty="0"/>
              <a:t>Time dependent solution</a:t>
            </a:r>
          </a:p>
          <a:p>
            <a:pPr lvl="1"/>
            <a:r>
              <a:rPr lang="en-US" dirty="0"/>
              <a:t>Accuracy &amp; performance</a:t>
            </a:r>
          </a:p>
          <a:p>
            <a:pPr lvl="1"/>
            <a:r>
              <a:rPr lang="en-US" dirty="0"/>
              <a:t>Well test data fitting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76F07E2A-C619-AFF6-D4CA-B8F4152F7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3</a:t>
            </a:fld>
            <a:endParaRPr lang="en-US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82BC1DC9-DB75-5382-4E4C-DD97D2D27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7164" y="3569067"/>
            <a:ext cx="3273400" cy="153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95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4CCF97B-D084-A28E-A7F3-3E5A56E9C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Governing Equation &amp; Transformation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9AE571E-3B56-AC3C-BA17-328B7B3063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6" y="2447778"/>
            <a:ext cx="3881028" cy="3838722"/>
          </a:xfrm>
        </p:spPr>
        <p:txBody>
          <a:bodyPr>
            <a:normAutofit/>
          </a:bodyPr>
          <a:lstStyle/>
          <a:p>
            <a:r>
              <a:rPr lang="en-US" dirty="0"/>
              <a:t>Radial diffusivity equation</a:t>
            </a:r>
          </a:p>
          <a:p>
            <a:r>
              <a:rPr lang="en-US" dirty="0"/>
              <a:t>Logarithmic coordinate transform </a:t>
            </a:r>
          </a:p>
          <a:p>
            <a:r>
              <a:rPr lang="en-US" dirty="0"/>
              <a:t>Simplifies operator to a constant-coefficient second derivative in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kstSylinder 8">
                <a:extLst>
                  <a:ext uri="{FF2B5EF4-FFF2-40B4-BE49-F238E27FC236}">
                    <a16:creationId xmlns:a16="http://schemas.microsoft.com/office/drawing/2014/main" id="{1E239480-4F14-0718-693C-B87EED430D0D}"/>
                  </a:ext>
                </a:extLst>
              </p:cNvPr>
              <p:cNvSpPr txBox="1"/>
              <p:nvPr/>
            </p:nvSpPr>
            <p:spPr>
              <a:xfrm>
                <a:off x="6049518" y="2384473"/>
                <a:ext cx="4218432" cy="544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kstSylinder 8">
                <a:extLst>
                  <a:ext uri="{FF2B5EF4-FFF2-40B4-BE49-F238E27FC236}">
                    <a16:creationId xmlns:a16="http://schemas.microsoft.com/office/drawing/2014/main" id="{1E239480-4F14-0718-693C-B87EED430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518" y="2384473"/>
                <a:ext cx="4218432" cy="544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EC0FDC70-1B79-0869-0E63-12D31765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kstSylinder 3">
                <a:extLst>
                  <a:ext uri="{FF2B5EF4-FFF2-40B4-BE49-F238E27FC236}">
                    <a16:creationId xmlns:a16="http://schemas.microsoft.com/office/drawing/2014/main" id="{8DD1AC82-6D62-BE1B-C798-5FBF1328FDCC}"/>
                  </a:ext>
                </a:extLst>
              </p:cNvPr>
              <p:cNvSpPr txBox="1"/>
              <p:nvPr/>
            </p:nvSpPr>
            <p:spPr>
              <a:xfrm>
                <a:off x="7272045" y="3056351"/>
                <a:ext cx="1212511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kstSylinder 3">
                <a:extLst>
                  <a:ext uri="{FF2B5EF4-FFF2-40B4-BE49-F238E27FC236}">
                    <a16:creationId xmlns:a16="http://schemas.microsoft.com/office/drawing/2014/main" id="{8DD1AC82-6D62-BE1B-C798-5FBF1328F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2045" y="3056351"/>
                <a:ext cx="1212511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Bilde 12">
            <a:extLst>
              <a:ext uri="{FF2B5EF4-FFF2-40B4-BE49-F238E27FC236}">
                <a16:creationId xmlns:a16="http://schemas.microsoft.com/office/drawing/2014/main" id="{7F52620C-209C-2412-D2B1-B62535EF1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3026" y="3760421"/>
            <a:ext cx="4220164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619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8E823B58-600A-52A6-6D9C-79AFFB5A7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Ex 1: Steady State Solution</a:t>
            </a:r>
          </a:p>
        </p:txBody>
      </p: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B6A96428-590A-6F52-75F3-84BC33291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700"/>
                  <a:t>Steady state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700" b="0"/>
              </a:p>
              <a:p>
                <a:pPr>
                  <a:lnSpc>
                    <a:spcPct val="120000"/>
                  </a:lnSpc>
                </a:pPr>
                <a:r>
                  <a:rPr lang="en-US" sz="1700"/>
                  <a:t>Analytical solution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l-GR" sz="1700"/>
                      <m:t>α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700"/>
              </a:p>
              <a:p>
                <a:pPr>
                  <a:lnSpc>
                    <a:spcPct val="120000"/>
                  </a:lnSpc>
                </a:pPr>
                <a:r>
                  <a:rPr lang="en-US" sz="1700"/>
                  <a:t>Lazy vs not-so-lazy BC at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sz="1700"/>
              </a:p>
              <a:p>
                <a:pPr lvl="1">
                  <a:lnSpc>
                    <a:spcPct val="120000"/>
                  </a:lnSpc>
                </a:pPr>
                <a:r>
                  <a:rPr lang="en-US" sz="1700"/>
                  <a:t>Lazy: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𝑓𝑖𝑟𝑠𝑡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𝑜𝑟𝑑𝑒𝑟</m:t>
                        </m:r>
                      </m:e>
                    </m:d>
                  </m:oMath>
                </a14:m>
                <a:endParaRPr lang="en-US" sz="1700" b="0"/>
              </a:p>
              <a:p>
                <a:pPr lvl="1">
                  <a:lnSpc>
                    <a:spcPct val="120000"/>
                  </a:lnSpc>
                </a:pPr>
                <a:r>
                  <a:rPr lang="en-US" sz="1700"/>
                  <a:t>Not-so-lazy:	Ghost extrapolation (second order)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B6A96428-590A-6F52-75F3-84BC33291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  <a:blipFill>
                <a:blip r:embed="rId3"/>
                <a:stretch>
                  <a:fillRect l="-1029" b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Bilde 6">
            <a:extLst>
              <a:ext uri="{FF2B5EF4-FFF2-40B4-BE49-F238E27FC236}">
                <a16:creationId xmlns:a16="http://schemas.microsoft.com/office/drawing/2014/main" id="{31D1BAA5-E4F1-9A2E-E9DF-0918E4C5D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43000"/>
            <a:ext cx="5492377" cy="409182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1DCA0B3C-A22B-7C7B-4153-A50104B4C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067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749414F2-4320-ADC5-4D38-C4EBCD5D9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Steady State Error Behavior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31A0FDF6-E251-13F8-C18D-FDDB669F17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Lazy BC -&gt;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O</m:t>
                    </m:r>
                    <m:r>
                      <m:rPr>
                        <m:nor/>
                      </m:rPr>
                      <a:rPr lang="en-US"/>
                      <m:t>(</m:t>
                    </m:r>
                    <m:r>
                      <m:rPr>
                        <m:nor/>
                      </m:rPr>
                      <a:rPr lang="el-GR"/>
                      <m:t>Δ</m:t>
                    </m:r>
                    <m:r>
                      <m:rPr>
                        <m:nor/>
                      </m:rPr>
                      <a:rPr lang="en-US"/>
                      <m:t>y</m:t>
                    </m:r>
                    <m:r>
                      <m:rPr>
                        <m:nor/>
                      </m:rPr>
                      <a:rPr lang="en-US"/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Not-so-lazy BC -&gt;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O</m:t>
                    </m:r>
                    <m:r>
                      <m:rPr>
                        <m:nor/>
                      </m:rPr>
                      <a:rPr lang="en-US"/>
                      <m:t>(</m:t>
                    </m:r>
                    <m:r>
                      <m:rPr>
                        <m:nor/>
                      </m:rPr>
                      <a:rPr lang="el-GR"/>
                      <m:t>Δ</m:t>
                    </m:r>
                    <m:r>
                      <m:rPr>
                        <m:nor/>
                      </m:rPr>
                      <a:rPr lang="en-US"/>
                      <m:t>y</m:t>
                    </m:r>
                    <m:r>
                      <m:rPr>
                        <m:nor/>
                      </m:rPr>
                      <a:rPr lang="en-US" b="0" i="0" smtClean="0"/>
                      <m:t>^2</m:t>
                    </m:r>
                    <m:r>
                      <m:rPr>
                        <m:nor/>
                      </m:rPr>
                      <a:rPr lang="en-US"/>
                      <m:t>)</m:t>
                    </m:r>
                  </m:oMath>
                </a14:m>
                <a:r>
                  <a:rPr lang="en-US" dirty="0"/>
                  <a:t> (and exact for linear solution)</a:t>
                </a:r>
              </a:p>
              <a:p>
                <a:r>
                  <a:rPr lang="en-US" dirty="0"/>
                  <a:t>Convergence verified manually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31A0FDF6-E251-13F8-C18D-FDDB669F17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  <a:blipFill>
                <a:blip r:embed="rId3"/>
                <a:stretch>
                  <a:fillRect l="-1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Bilde 5">
            <a:extLst>
              <a:ext uri="{FF2B5EF4-FFF2-40B4-BE49-F238E27FC236}">
                <a16:creationId xmlns:a16="http://schemas.microsoft.com/office/drawing/2014/main" id="{8D46CF7C-3528-D1AF-18A5-1BE1C76A7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43000"/>
            <a:ext cx="5492377" cy="409182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166E94C-65B7-A186-842C-A4148A48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685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2D29BF9-F861-778F-CCD4-CD4A15E20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 2: Implicit Transient Solver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EC9CA087-4D37-2090-B196-A4229F8C68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Fully implicit time stepping of diffusivity equation</a:t>
                </a:r>
              </a:p>
              <a:p>
                <a:r>
                  <a:rPr lang="en-US" dirty="0"/>
                  <a:t>Discretization gives tridiagonal system per timestep</a:t>
                </a:r>
              </a:p>
              <a:p>
                <a:r>
                  <a:rPr lang="en-US" dirty="0"/>
                  <a:t>Matrix structure of N = 4</a:t>
                </a:r>
              </a:p>
              <a:p>
                <a:r>
                  <a:rPr lang="en-US" dirty="0"/>
                  <a:t>Advantages: Stable for large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/>
                      <m:t>Δ</m:t>
                    </m:r>
                    <m:r>
                      <m:rPr>
                        <m:nor/>
                      </m:rPr>
                      <a:rPr lang="en-US" b="0" i="0" smtClean="0"/>
                      <m:t>t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EC9CA087-4D37-2090-B196-A4229F8C68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4BEEC2E-70DD-0878-C74D-83573BF70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7</a:t>
            </a:fld>
            <a:endParaRPr lang="en-US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C6CDF30B-F562-E802-A174-FFE16772CA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803083"/>
            <a:ext cx="2686425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804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0DC026F-444B-46C9-BCBE-329183BF5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1D0EA80A-F881-BD97-D3ED-F8F18BB56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10270671" cy="1188720"/>
          </a:xfrm>
        </p:spPr>
        <p:txBody>
          <a:bodyPr>
            <a:normAutofit/>
          </a:bodyPr>
          <a:lstStyle/>
          <a:p>
            <a:r>
              <a:rPr lang="en-US" sz="4000"/>
              <a:t>Ex 3: Comparison to Line-Source Solution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18525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1EED449-8CBD-615D-EECB-A63C71E402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6684" y="2593181"/>
            <a:ext cx="4868347" cy="3693319"/>
          </a:xfrm>
        </p:spPr>
        <p:txBody>
          <a:bodyPr>
            <a:normAutofit/>
          </a:bodyPr>
          <a:lstStyle/>
          <a:p>
            <a:r>
              <a:rPr lang="en-US" dirty="0"/>
              <a:t>Theis (line-source) solution valid in intermediate time</a:t>
            </a:r>
          </a:p>
          <a:p>
            <a:r>
              <a:rPr lang="en-US" dirty="0"/>
              <a:t>Numerical vs analytical</a:t>
            </a:r>
          </a:p>
          <a:p>
            <a:pPr lvl="1"/>
            <a:r>
              <a:rPr lang="en-US" dirty="0"/>
              <a:t>Discretization effect at early times</a:t>
            </a:r>
          </a:p>
          <a:p>
            <a:pPr lvl="1"/>
            <a:r>
              <a:rPr lang="en-US" dirty="0"/>
              <a:t>Excellent match at intermediate times</a:t>
            </a:r>
          </a:p>
          <a:p>
            <a:pPr lvl="1"/>
            <a:r>
              <a:rPr lang="en-US" dirty="0"/>
              <a:t>Boundary effects at late times</a:t>
            </a:r>
          </a:p>
          <a:p>
            <a:r>
              <a:rPr lang="en-US" dirty="0"/>
              <a:t>Increasing N improves early/intermediate accuracy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AFCAA087-FEED-785C-4707-7E324CFC63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" r="-2" b="-2"/>
          <a:stretch>
            <a:fillRect/>
          </a:stretch>
        </p:blipFill>
        <p:spPr>
          <a:xfrm>
            <a:off x="6705600" y="2657475"/>
            <a:ext cx="5486401" cy="4200526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955AF24-D136-E3A4-CEBE-8F6C2E1DA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8475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5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33DC3E9E-F546-CA37-11F9-3DF754126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/>
              <a:t>Solver Performance &amp; Scaling</a:t>
            </a:r>
          </a:p>
        </p:txBody>
      </p:sp>
      <p:cxnSp>
        <p:nvCxnSpPr>
          <p:cNvPr id="3084" name="Straight Connector 3087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B9E11A0-C1F7-7276-A7AF-811CEB7E9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975768" cy="3028704"/>
          </a:xfrm>
        </p:spPr>
        <p:txBody>
          <a:bodyPr>
            <a:normAutofit/>
          </a:bodyPr>
          <a:lstStyle/>
          <a:p>
            <a:r>
              <a:rPr lang="en-US" dirty="0"/>
              <a:t>Solvers</a:t>
            </a:r>
          </a:p>
          <a:p>
            <a:pPr lvl="1"/>
            <a:r>
              <a:rPr lang="en-US" dirty="0"/>
              <a:t>Dense (NumPy) -&gt; Cubic scaling</a:t>
            </a:r>
          </a:p>
          <a:p>
            <a:pPr lvl="1"/>
            <a:r>
              <a:rPr lang="en-US" dirty="0"/>
              <a:t>Sparse (SciPy) -&gt; Better at mid range N</a:t>
            </a:r>
          </a:p>
          <a:p>
            <a:pPr lvl="1"/>
            <a:r>
              <a:rPr lang="en-US" dirty="0"/>
              <a:t>Thomas algorithm -&gt; Linear scaling, best overall</a:t>
            </a:r>
          </a:p>
        </p:txBody>
      </p:sp>
      <p:pic>
        <p:nvPicPr>
          <p:cNvPr id="3074" name="Picture 2" descr="Et bilde som inneholder tekst, Plottdiagram, line, diagram&#10;&#10;KI-generert innhold kan være feil.">
            <a:extLst>
              <a:ext uri="{FF2B5EF4-FFF2-40B4-BE49-F238E27FC236}">
                <a16:creationId xmlns:a16="http://schemas.microsoft.com/office/drawing/2014/main" id="{B227A7A2-18E7-57A8-8434-314F48D5A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4" b="6678"/>
          <a:stretch>
            <a:fillRect/>
          </a:stretch>
        </p:blipFill>
        <p:spPr bwMode="auto">
          <a:xfrm>
            <a:off x="7385539" y="1143000"/>
            <a:ext cx="3615765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t bilde som inneholder line, tekst, Plottdiagram, diagram&#10;&#10;KI-generert innhold kan være feil.">
            <a:extLst>
              <a:ext uri="{FF2B5EF4-FFF2-40B4-BE49-F238E27FC236}">
                <a16:creationId xmlns:a16="http://schemas.microsoft.com/office/drawing/2014/main" id="{09F7510B-29AB-DDC6-6A8D-59B79099D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85538" y="3760306"/>
            <a:ext cx="3854547" cy="1011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D5F19FA-BE47-83C7-236E-05401B742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873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3A9562-A2F1-8455-CF0D-AB48A2C91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Ex 4: Well Test Matching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3820E8BD-A70D-FF97-71EC-E8420CF7B2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Observed well pressure data loaded from well_bhp.dat</a:t>
                </a:r>
              </a:p>
              <a:p>
                <a:r>
                  <a:rPr lang="en-US" dirty="0"/>
                  <a:t>Conversion to SI units</a:t>
                </a:r>
              </a:p>
              <a:p>
                <a:r>
                  <a:rPr lang="en-US" dirty="0"/>
                  <a:t>Scatter plot of well pressure vs time</a:t>
                </a:r>
              </a:p>
              <a:p>
                <a:r>
                  <a:rPr lang="en-US" dirty="0"/>
                  <a:t>Deriving a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𝑡𝑒𝑟𝑚𝑠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3820E8BD-A70D-FF97-71EC-E8420CF7B2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  <a:blipFill>
                <a:blip r:embed="rId3"/>
                <a:stretch>
                  <a:fillRect l="-1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Bilde 5">
            <a:extLst>
              <a:ext uri="{FF2B5EF4-FFF2-40B4-BE49-F238E27FC236}">
                <a16:creationId xmlns:a16="http://schemas.microsoft.com/office/drawing/2014/main" id="{3A6E0F8B-DCF1-29DE-0E67-E03578188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43000"/>
            <a:ext cx="5492377" cy="3611238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4F787A50-22FD-92B0-D736-943543F8B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131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2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6E9A423D-C6E8-4AA7-148E-DDE8AD299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3700"/>
              <a:t>Matching Numerical Model to </a:t>
            </a:r>
            <a:br>
              <a:rPr lang="en-US" sz="3700"/>
            </a:br>
            <a:r>
              <a:rPr lang="en-US" sz="3700"/>
              <a:t>Field Data</a:t>
            </a:r>
          </a:p>
        </p:txBody>
      </p:sp>
      <p:cxnSp>
        <p:nvCxnSpPr>
          <p:cNvPr id="24" name="Straight Connector 14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2A31376E-97D2-9162-19AC-81CD245583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400"/>
                  <a:t>Parameter fitting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sz="1400" b="0"/>
              </a:p>
              <a:p>
                <a:pPr>
                  <a:lnSpc>
                    <a:spcPct val="120000"/>
                  </a:lnSpc>
                </a:pPr>
                <a:r>
                  <a:rPr lang="en-US" sz="1400"/>
                  <a:t>Curve fit between measured data, numerical well pressure and Theis solution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400"/>
                  <a:t>Interpretation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400"/>
                  <a:t>Early/intermediate match: Infinite acting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400"/>
                  <a:t>Late plateau time: Boundary reached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sz="1400"/>
                  <a:t>Line source keeps declining (no boundary)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2A31376E-97D2-9162-19AC-81CD245583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20232" y="3204755"/>
                <a:ext cx="4147804" cy="2966043"/>
              </a:xfrm>
              <a:blipFill>
                <a:blip r:embed="rId3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Bilde 7">
            <a:extLst>
              <a:ext uri="{FF2B5EF4-FFF2-40B4-BE49-F238E27FC236}">
                <a16:creationId xmlns:a16="http://schemas.microsoft.com/office/drawing/2014/main" id="{29A5AF6C-A065-4E82-07B9-D703846031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43000"/>
            <a:ext cx="5492377" cy="3556313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D9D04EAA-8DD9-DFEE-45B7-866C1F66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498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tel 1">
                <a:extLst>
                  <a:ext uri="{FF2B5EF4-FFF2-40B4-BE49-F238E27FC236}">
                    <a16:creationId xmlns:a16="http://schemas.microsoft.com/office/drawing/2014/main" id="{272153E3-71B5-041E-5918-3521166DC32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Reservoir Volume from Fitted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tel 1">
                <a:extLst>
                  <a:ext uri="{FF2B5EF4-FFF2-40B4-BE49-F238E27FC236}">
                    <a16:creationId xmlns:a16="http://schemas.microsoft.com/office/drawing/2014/main" id="{272153E3-71B5-041E-5918-3521166DC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20" t="-17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6691E7BA-2774-3953-B20A-662BEBB37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l-GR"/>
                      <m:t>ϕπ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Based fitting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en-US" dirty="0"/>
                  <a:t>Assumes homogenous porosity and water saturation = 1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6691E7BA-2774-3953-B20A-662BEBB37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B8074787-6BFA-FF56-7EE4-71FB88D3E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12</a:t>
            </a:fld>
            <a:endParaRPr lang="en-US"/>
          </a:p>
        </p:txBody>
      </p:sp>
      <p:pic>
        <p:nvPicPr>
          <p:cNvPr id="8" name="Bilde 7" descr="Et bilde som inneholder tekst, Font, skjermbilde, line&#10;&#10;KI-generert innhold kan være feil.">
            <a:extLst>
              <a:ext uri="{FF2B5EF4-FFF2-40B4-BE49-F238E27FC236}">
                <a16:creationId xmlns:a16="http://schemas.microsoft.com/office/drawing/2014/main" id="{61C0DF18-791B-E6E8-630F-96032B5D4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2464" y="4805218"/>
            <a:ext cx="4374107" cy="76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46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DF8F0E6-4646-CDD4-5186-B64E2ED63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Limitations and Alternatives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2FED978-BB31-D90F-C17D-7F9CB3709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Assumptions</a:t>
            </a:r>
          </a:p>
          <a:p>
            <a:pPr lvl="1"/>
            <a:r>
              <a:rPr lang="en-US" dirty="0"/>
              <a:t>Homogenous reservoir</a:t>
            </a:r>
          </a:p>
          <a:p>
            <a:pPr lvl="1"/>
            <a:r>
              <a:rPr lang="en-US" dirty="0"/>
              <a:t>No skin or wellbore storage</a:t>
            </a:r>
          </a:p>
          <a:p>
            <a:pPr lvl="1"/>
            <a:r>
              <a:rPr lang="en-US" dirty="0"/>
              <a:t>Fully implicit (1</a:t>
            </a:r>
            <a:r>
              <a:rPr lang="en-US" baseline="30000" dirty="0"/>
              <a:t>st</a:t>
            </a:r>
            <a:r>
              <a:rPr lang="en-US" dirty="0"/>
              <a:t> order time)</a:t>
            </a:r>
          </a:p>
          <a:p>
            <a:pPr lvl="1"/>
            <a:endParaRPr lang="en-US" dirty="0"/>
          </a:p>
          <a:p>
            <a:r>
              <a:rPr lang="en-US" dirty="0"/>
              <a:t>Alternatives</a:t>
            </a:r>
          </a:p>
          <a:p>
            <a:pPr lvl="1"/>
            <a:r>
              <a:rPr lang="en-US" dirty="0"/>
              <a:t>Higher order BC</a:t>
            </a:r>
          </a:p>
          <a:p>
            <a:pPr lvl="1"/>
            <a:r>
              <a:rPr lang="en-US" dirty="0"/>
              <a:t>Pre factored sparse solver</a:t>
            </a:r>
          </a:p>
          <a:p>
            <a:pPr lvl="1"/>
            <a:r>
              <a:rPr lang="en-US" dirty="0"/>
              <a:t>More complex boundary condition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BAF6AF99-C47A-99CA-B676-6EE6B77D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323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30AC80F-8E82-48C9-A5FA-56D476389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28E83F2-C52C-A5F5-8EA9-D72671E6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7280"/>
            <a:ext cx="9285336" cy="1965657"/>
          </a:xfrm>
        </p:spPr>
        <p:txBody>
          <a:bodyPr>
            <a:normAutofit/>
          </a:bodyPr>
          <a:lstStyle/>
          <a:p>
            <a:r>
              <a:rPr lang="en-US" sz="6000"/>
              <a:t>Conclusions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186623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BF25084-9013-E796-0C0D-5F6A4AB13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195" y="2529477"/>
            <a:ext cx="10399095" cy="298567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dirty="0"/>
              <a:t>Analytical solution provides clear benchmark for error analysis</a:t>
            </a:r>
          </a:p>
          <a:p>
            <a:pPr>
              <a:lnSpc>
                <a:spcPct val="120000"/>
              </a:lnSpc>
            </a:pPr>
            <a:r>
              <a:rPr lang="en-US" dirty="0"/>
              <a:t>Not-so-lazy BC achieves second order accuracy </a:t>
            </a:r>
          </a:p>
          <a:p>
            <a:pPr>
              <a:lnSpc>
                <a:spcPct val="120000"/>
              </a:lnSpc>
            </a:pPr>
            <a:r>
              <a:rPr lang="en-US" dirty="0"/>
              <a:t>Thomas algorithm outperforms other solvers</a:t>
            </a:r>
          </a:p>
          <a:p>
            <a:pPr>
              <a:lnSpc>
                <a:spcPct val="120000"/>
              </a:lnSpc>
            </a:pPr>
            <a:r>
              <a:rPr lang="en-US" dirty="0"/>
              <a:t>Numerical solution reproduces Theis behavior at intermediate times, and boundary dominated behavior at late times</a:t>
            </a:r>
          </a:p>
          <a:p>
            <a:pPr>
              <a:lnSpc>
                <a:spcPct val="120000"/>
              </a:lnSpc>
            </a:pPr>
            <a:r>
              <a:rPr lang="en-US" dirty="0"/>
              <a:t>Fitted parameters give physically meaningful reservoir size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3781DD3-4A58-F989-9EAB-E6D79FFFF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68037"/>
      </p:ext>
    </p:extLst>
  </p:cSld>
  <p:clrMapOvr>
    <a:masterClrMapping/>
  </p:clrMapOvr>
</p:sld>
</file>

<file path=ppt/theme/theme1.xml><?xml version="1.0" encoding="utf-8"?>
<a:theme xmlns:a="http://schemas.openxmlformats.org/drawingml/2006/main" name="BjornVTI">
  <a:themeElements>
    <a:clrScheme name="Bjorn">
      <a:dk1>
        <a:sysClr val="windowText" lastClr="000000"/>
      </a:dk1>
      <a:lt1>
        <a:sysClr val="window" lastClr="FFFFFF"/>
      </a:lt1>
      <a:dk2>
        <a:srgbClr val="252747"/>
      </a:dk2>
      <a:lt2>
        <a:srgbClr val="ECE4E9"/>
      </a:lt2>
      <a:accent1>
        <a:srgbClr val="736EB6"/>
      </a:accent1>
      <a:accent2>
        <a:srgbClr val="AB5991"/>
      </a:accent2>
      <a:accent3>
        <a:srgbClr val="AC9F39"/>
      </a:accent3>
      <a:accent4>
        <a:srgbClr val="756029"/>
      </a:accent4>
      <a:accent5>
        <a:srgbClr val="E87850"/>
      </a:accent5>
      <a:accent6>
        <a:srgbClr val="C6922A"/>
      </a:accent6>
      <a:hlink>
        <a:srgbClr val="736EB6"/>
      </a:hlink>
      <a:folHlink>
        <a:srgbClr val="AB5991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VTI" id="{D01443FD-65CF-4AEF-9B9D-4466C96F9785}" vid="{36EF4262-385E-40E6-B073-FB18FD98BF4C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8a213d2-8f6c-400d-9e74-4e8b475316c6}" enabled="0" method="" siteId="{f8a213d2-8f6c-400d-9e74-4e8b475316c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1598</Words>
  <Application>Microsoft Office PowerPoint</Application>
  <PresentationFormat>Widescreen</PresentationFormat>
  <Paragraphs>318</Paragraphs>
  <Slides>14</Slides>
  <Notes>13</Notes>
  <HiddenSlides>0</HiddenSlides>
  <MMClips>0</MMClips>
  <ScaleCrop>false</ScaleCrop>
  <HeadingPairs>
    <vt:vector size="6" baseType="variant">
      <vt:variant>
        <vt:lpstr>Brukte skrifter</vt:lpstr>
      </vt:variant>
      <vt:variant>
        <vt:i4>4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14</vt:i4>
      </vt:variant>
    </vt:vector>
  </HeadingPairs>
  <TitlesOfParts>
    <vt:vector size="19" baseType="lpstr">
      <vt:lpstr>Aptos</vt:lpstr>
      <vt:lpstr>Arial</vt:lpstr>
      <vt:lpstr>Cambria Math</vt:lpstr>
      <vt:lpstr>Neue Haas Grotesk Text Pro</vt:lpstr>
      <vt:lpstr>BjornVTI</vt:lpstr>
      <vt:lpstr>Project 2 - Can you hear a reservoir?</vt:lpstr>
      <vt:lpstr>Agenda</vt:lpstr>
      <vt:lpstr>Numerical and Analytical Pressure Solutions in Radial Flow</vt:lpstr>
      <vt:lpstr>Governing Equation &amp; Transformation</vt:lpstr>
      <vt:lpstr>Ex 1: Steady State Solution</vt:lpstr>
      <vt:lpstr>Steady State Error Behavior</vt:lpstr>
      <vt:lpstr>Ex 2: Implicit Transient Solver</vt:lpstr>
      <vt:lpstr>Ex 3: Comparison to Line-Source Solution</vt:lpstr>
      <vt:lpstr>Solver Performance &amp; Scaling</vt:lpstr>
      <vt:lpstr>Ex 4: Well Test Matching</vt:lpstr>
      <vt:lpstr>Matching Numerical Model to  Field Data</vt:lpstr>
      <vt:lpstr>Reservoir Volume from Fitted r_e</vt:lpstr>
      <vt:lpstr>Project Limitations and Alternatives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Torgrim Odde</dc:creator>
  <cp:lastModifiedBy>Torgrim Odde</cp:lastModifiedBy>
  <cp:revision>1</cp:revision>
  <dcterms:created xsi:type="dcterms:W3CDTF">2025-10-12T13:08:04Z</dcterms:created>
  <dcterms:modified xsi:type="dcterms:W3CDTF">2025-10-21T19:29:28Z</dcterms:modified>
</cp:coreProperties>
</file>
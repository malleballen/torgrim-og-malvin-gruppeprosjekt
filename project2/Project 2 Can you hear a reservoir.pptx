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7"/>
  </p:notesMasterIdLst>
  <p:sldIdLst>
    <p:sldId id="256" r:id="rId2"/>
    <p:sldId id="257" r:id="rId3"/>
    <p:sldId id="264" r:id="rId4"/>
    <p:sldId id="258" r:id="rId5"/>
    <p:sldId id="265" r:id="rId6"/>
    <p:sldId id="266" r:id="rId7"/>
    <p:sldId id="267" r:id="rId8"/>
    <p:sldId id="275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9F822-B092-4108-A4EC-15D061206D20}" v="701" dt="2025-10-23T09:51:13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4355" autoAdjust="0"/>
  </p:normalViewPr>
  <p:slideViewPr>
    <p:cSldViewPr snapToGrid="0">
      <p:cViewPr>
        <p:scale>
          <a:sx n="69" d="100"/>
          <a:sy n="69" d="100"/>
        </p:scale>
        <p:origin x="564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grim Odde" userId="263d2d9e-d662-4ecd-84e3-6377197a8522" providerId="ADAL" clId="{F19F3179-E777-480F-BD2C-D9A8F24E3506}"/>
    <pc:docChg chg="undo custSel addSld delSld modSld">
      <pc:chgData name="Torgrim Odde" userId="263d2d9e-d662-4ecd-84e3-6377197a8522" providerId="ADAL" clId="{F19F3179-E777-480F-BD2C-D9A8F24E3506}" dt="2025-10-23T10:10:18.097" v="18062" actId="20577"/>
      <pc:docMkLst>
        <pc:docMk/>
      </pc:docMkLst>
      <pc:sldChg chg="modSp mod">
        <pc:chgData name="Torgrim Odde" userId="263d2d9e-d662-4ecd-84e3-6377197a8522" providerId="ADAL" clId="{F19F3179-E777-480F-BD2C-D9A8F24E3506}" dt="2025-10-12T13:12:42.856" v="3" actId="20577"/>
        <pc:sldMkLst>
          <pc:docMk/>
          <pc:sldMk cId="974668571" sldId="256"/>
        </pc:sldMkLst>
        <pc:spChg chg="mod">
          <ac:chgData name="Torgrim Odde" userId="263d2d9e-d662-4ecd-84e3-6377197a8522" providerId="ADAL" clId="{F19F3179-E777-480F-BD2C-D9A8F24E3506}" dt="2025-10-12T13:12:42.856" v="3" actId="20577"/>
          <ac:spMkLst>
            <pc:docMk/>
            <pc:sldMk cId="974668571" sldId="256"/>
            <ac:spMk id="2" creationId="{4665F997-7BA8-D1AE-21E3-8A66EB7AC7E3}"/>
          </ac:spMkLst>
        </pc:spChg>
      </pc:sldChg>
      <pc:sldChg chg="modSp mod modNotesTx">
        <pc:chgData name="Torgrim Odde" userId="263d2d9e-d662-4ecd-84e3-6377197a8522" providerId="ADAL" clId="{F19F3179-E777-480F-BD2C-D9A8F24E3506}" dt="2025-10-23T10:10:18.097" v="18062" actId="20577"/>
        <pc:sldMkLst>
          <pc:docMk/>
          <pc:sldMk cId="2028096766" sldId="257"/>
        </pc:sldMkLst>
        <pc:spChg chg="mod">
          <ac:chgData name="Torgrim Odde" userId="263d2d9e-d662-4ecd-84e3-6377197a8522" providerId="ADAL" clId="{F19F3179-E777-480F-BD2C-D9A8F24E3506}" dt="2025-10-23T10:10:18.097" v="18062" actId="20577"/>
          <ac:spMkLst>
            <pc:docMk/>
            <pc:sldMk cId="2028096766" sldId="257"/>
            <ac:spMk id="3" creationId="{A011D28F-77F2-55AD-BD61-8E92F7225202}"/>
          </ac:spMkLst>
        </pc:spChg>
      </pc:sldChg>
      <pc:sldChg chg="addSp delSp modSp mod modNotesTx">
        <pc:chgData name="Torgrim Odde" userId="263d2d9e-d662-4ecd-84e3-6377197a8522" providerId="ADAL" clId="{F19F3179-E777-480F-BD2C-D9A8F24E3506}" dt="2025-10-23T09:17:15.431" v="13996" actId="15"/>
        <pc:sldMkLst>
          <pc:docMk/>
          <pc:sldMk cId="2772619720" sldId="258"/>
        </pc:sldMkLst>
        <pc:spChg chg="mod">
          <ac:chgData name="Torgrim Odde" userId="263d2d9e-d662-4ecd-84e3-6377197a8522" providerId="ADAL" clId="{F19F3179-E777-480F-BD2C-D9A8F24E3506}" dt="2025-10-21T17:32:34.003" v="2323" actId="20577"/>
          <ac:spMkLst>
            <pc:docMk/>
            <pc:sldMk cId="2772619720" sldId="258"/>
            <ac:spMk id="2" creationId="{84CCF97B-D084-A28E-A7F3-3E5A56E9C639}"/>
          </ac:spMkLst>
        </pc:spChg>
        <pc:spChg chg="mod">
          <ac:chgData name="Torgrim Odde" userId="263d2d9e-d662-4ecd-84e3-6377197a8522" providerId="ADAL" clId="{F19F3179-E777-480F-BD2C-D9A8F24E3506}" dt="2025-10-23T09:17:05.300" v="13992" actId="20577"/>
          <ac:spMkLst>
            <pc:docMk/>
            <pc:sldMk cId="2772619720" sldId="258"/>
            <ac:spMk id="3" creationId="{79AE571E-3B56-AC3C-BA17-328B7B306339}"/>
          </ac:spMkLst>
        </pc:spChg>
        <pc:spChg chg="add mod">
          <ac:chgData name="Torgrim Odde" userId="263d2d9e-d662-4ecd-84e3-6377197a8522" providerId="ADAL" clId="{F19F3179-E777-480F-BD2C-D9A8F24E3506}" dt="2025-10-21T17:57:11.651" v="5044" actId="1076"/>
          <ac:spMkLst>
            <pc:docMk/>
            <pc:sldMk cId="2772619720" sldId="258"/>
            <ac:spMk id="4" creationId="{8DD1AC82-6D62-BE1B-C798-5FBF1328FDCC}"/>
          </ac:spMkLst>
        </pc:spChg>
        <pc:spChg chg="add mod">
          <ac:chgData name="Torgrim Odde" userId="263d2d9e-d662-4ecd-84e3-6377197a8522" providerId="ADAL" clId="{F19F3179-E777-480F-BD2C-D9A8F24E3506}" dt="2025-10-21T17:57:08.262" v="5043" actId="1076"/>
          <ac:spMkLst>
            <pc:docMk/>
            <pc:sldMk cId="2772619720" sldId="258"/>
            <ac:spMk id="9" creationId="{1E239480-4F14-0718-693C-B87EED430D0D}"/>
          </ac:spMkLst>
        </pc:spChg>
        <pc:picChg chg="add mod">
          <ac:chgData name="Torgrim Odde" userId="263d2d9e-d662-4ecd-84e3-6377197a8522" providerId="ADAL" clId="{F19F3179-E777-480F-BD2C-D9A8F24E3506}" dt="2025-10-21T19:12:27.572" v="13172" actId="1076"/>
          <ac:picMkLst>
            <pc:docMk/>
            <pc:sldMk cId="2772619720" sldId="258"/>
            <ac:picMk id="13" creationId="{7F52620C-209C-2412-D2B1-B62535EF1A7D}"/>
          </ac:picMkLst>
        </pc:picChg>
      </pc:sldChg>
      <pc:sldChg chg="addSp delSp modSp add del mod">
        <pc:chgData name="Torgrim Odde" userId="263d2d9e-d662-4ecd-84e3-6377197a8522" providerId="ADAL" clId="{F19F3179-E777-480F-BD2C-D9A8F24E3506}" dt="2025-10-21T19:08:43.866" v="13152" actId="47"/>
        <pc:sldMkLst>
          <pc:docMk/>
          <pc:sldMk cId="618507976" sldId="259"/>
        </pc:sldMkLst>
      </pc:sldChg>
      <pc:sldChg chg="addSp delSp modSp del mod setBg">
        <pc:chgData name="Torgrim Odde" userId="263d2d9e-d662-4ecd-84e3-6377197a8522" providerId="ADAL" clId="{F19F3179-E777-480F-BD2C-D9A8F24E3506}" dt="2025-10-21T19:08:33.118" v="13149" actId="47"/>
        <pc:sldMkLst>
          <pc:docMk/>
          <pc:sldMk cId="4132360222" sldId="260"/>
        </pc:sldMkLst>
      </pc:sldChg>
      <pc:sldChg chg="addSp delSp modSp del mod setBg">
        <pc:chgData name="Torgrim Odde" userId="263d2d9e-d662-4ecd-84e3-6377197a8522" providerId="ADAL" clId="{F19F3179-E777-480F-BD2C-D9A8F24E3506}" dt="2025-10-21T19:08:31.751" v="13148" actId="47"/>
        <pc:sldMkLst>
          <pc:docMk/>
          <pc:sldMk cId="3521641769" sldId="261"/>
        </pc:sldMkLst>
      </pc:sldChg>
      <pc:sldChg chg="addSp delSp modSp del mod setBg">
        <pc:chgData name="Torgrim Odde" userId="263d2d9e-d662-4ecd-84e3-6377197a8522" providerId="ADAL" clId="{F19F3179-E777-480F-BD2C-D9A8F24E3506}" dt="2025-10-21T19:08:30.252" v="13147" actId="47"/>
        <pc:sldMkLst>
          <pc:docMk/>
          <pc:sldMk cId="1819605714" sldId="262"/>
        </pc:sldMkLst>
      </pc:sldChg>
      <pc:sldChg chg="modSp del mod">
        <pc:chgData name="Torgrim Odde" userId="263d2d9e-d662-4ecd-84e3-6377197a8522" providerId="ADAL" clId="{F19F3179-E777-480F-BD2C-D9A8F24E3506}" dt="2025-10-21T19:08:27.965" v="13146" actId="47"/>
        <pc:sldMkLst>
          <pc:docMk/>
          <pc:sldMk cId="1682314378" sldId="263"/>
        </pc:sldMkLst>
      </pc:sldChg>
      <pc:sldChg chg="addSp modSp new mod modNotesTx">
        <pc:chgData name="Torgrim Odde" userId="263d2d9e-d662-4ecd-84e3-6377197a8522" providerId="ADAL" clId="{F19F3179-E777-480F-BD2C-D9A8F24E3506}" dt="2025-10-23T09:16:48.537" v="13980" actId="20577"/>
        <pc:sldMkLst>
          <pc:docMk/>
          <pc:sldMk cId="973795824" sldId="264"/>
        </pc:sldMkLst>
        <pc:spChg chg="mod">
          <ac:chgData name="Torgrim Odde" userId="263d2d9e-d662-4ecd-84e3-6377197a8522" providerId="ADAL" clId="{F19F3179-E777-480F-BD2C-D9A8F24E3506}" dt="2025-10-23T09:10:36.662" v="13431" actId="20577"/>
          <ac:spMkLst>
            <pc:docMk/>
            <pc:sldMk cId="973795824" sldId="264"/>
            <ac:spMk id="2" creationId="{2149F6C2-264F-12EB-2F52-937D2B91692E}"/>
          </ac:spMkLst>
        </pc:spChg>
        <pc:spChg chg="mod">
          <ac:chgData name="Torgrim Odde" userId="263d2d9e-d662-4ecd-84e3-6377197a8522" providerId="ADAL" clId="{F19F3179-E777-480F-BD2C-D9A8F24E3506}" dt="2025-10-23T09:12:05.506" v="13591" actId="20577"/>
          <ac:spMkLst>
            <pc:docMk/>
            <pc:sldMk cId="973795824" sldId="264"/>
            <ac:spMk id="3" creationId="{6E96E3CE-5785-750E-8EC7-7CCF05697CAE}"/>
          </ac:spMkLst>
        </pc:spChg>
        <pc:picChg chg="add mod">
          <ac:chgData name="Torgrim Odde" userId="263d2d9e-d662-4ecd-84e3-6377197a8522" providerId="ADAL" clId="{F19F3179-E777-480F-BD2C-D9A8F24E3506}" dt="2025-10-21T17:33:44.139" v="2471" actId="14100"/>
          <ac:picMkLst>
            <pc:docMk/>
            <pc:sldMk cId="973795824" sldId="264"/>
            <ac:picMk id="7" creationId="{82BC1DC9-DB75-5382-4E4C-DD97D2D274F8}"/>
          </ac:picMkLst>
        </pc:picChg>
        <pc:picChg chg="add">
          <ac:chgData name="Torgrim Odde" userId="263d2d9e-d662-4ecd-84e3-6377197a8522" providerId="ADAL" clId="{F19F3179-E777-480F-BD2C-D9A8F24E3506}" dt="2025-10-23T09:11:52.816" v="13561"/>
          <ac:picMkLst>
            <pc:docMk/>
            <pc:sldMk cId="973795824" sldId="264"/>
            <ac:picMk id="5122" creationId="{86C7EE0C-0B72-7F3B-7A56-614392F46CDA}"/>
          </ac:picMkLst>
        </pc:picChg>
      </pc:sldChg>
      <pc:sldChg chg="addSp delSp modSp new mod setBg modNotesTx">
        <pc:chgData name="Torgrim Odde" userId="263d2d9e-d662-4ecd-84e3-6377197a8522" providerId="ADAL" clId="{F19F3179-E777-480F-BD2C-D9A8F24E3506}" dt="2025-10-23T09:42:05.744" v="16532" actId="1076"/>
        <pc:sldMkLst>
          <pc:docMk/>
          <pc:sldMk cId="2212067273" sldId="265"/>
        </pc:sldMkLst>
        <pc:spChg chg="mod">
          <ac:chgData name="Torgrim Odde" userId="263d2d9e-d662-4ecd-84e3-6377197a8522" providerId="ADAL" clId="{F19F3179-E777-480F-BD2C-D9A8F24E3506}" dt="2025-10-23T09:06:43.074" v="13342" actId="26606"/>
          <ac:spMkLst>
            <pc:docMk/>
            <pc:sldMk cId="2212067273" sldId="265"/>
            <ac:spMk id="2" creationId="{8E823B58-600A-52A6-6D9C-79AFFB5A778F}"/>
          </ac:spMkLst>
        </pc:spChg>
        <pc:spChg chg="mod">
          <ac:chgData name="Torgrim Odde" userId="263d2d9e-d662-4ecd-84e3-6377197a8522" providerId="ADAL" clId="{F19F3179-E777-480F-BD2C-D9A8F24E3506}" dt="2025-10-23T09:42:05.744" v="16532" actId="1076"/>
          <ac:spMkLst>
            <pc:docMk/>
            <pc:sldMk cId="2212067273" sldId="265"/>
            <ac:spMk id="3" creationId="{B6A96428-590A-6F52-75F3-84BC332912AE}"/>
          </ac:spMkLst>
        </pc:spChg>
        <pc:spChg chg="mod ord">
          <ac:chgData name="Torgrim Odde" userId="263d2d9e-d662-4ecd-84e3-6377197a8522" providerId="ADAL" clId="{F19F3179-E777-480F-BD2C-D9A8F24E3506}" dt="2025-10-23T09:06:46.350" v="13343" actId="26606"/>
          <ac:spMkLst>
            <pc:docMk/>
            <pc:sldMk cId="2212067273" sldId="265"/>
            <ac:spMk id="4" creationId="{1DCA0B3C-A22B-7C7B-4153-A50104B4C6DC}"/>
          </ac:spMkLst>
        </pc:spChg>
        <pc:spChg chg="add del">
          <ac:chgData name="Torgrim Odde" userId="263d2d9e-d662-4ecd-84e3-6377197a8522" providerId="ADAL" clId="{F19F3179-E777-480F-BD2C-D9A8F24E3506}" dt="2025-10-23T09:06:46.350" v="13343" actId="26606"/>
          <ac:spMkLst>
            <pc:docMk/>
            <pc:sldMk cId="2212067273" sldId="265"/>
            <ac:spMk id="1038" creationId="{A3B168A7-66FE-4359-9866-CBB841A729E6}"/>
          </ac:spMkLst>
        </pc:spChg>
        <pc:spChg chg="add">
          <ac:chgData name="Torgrim Odde" userId="263d2d9e-d662-4ecd-84e3-6377197a8522" providerId="ADAL" clId="{F19F3179-E777-480F-BD2C-D9A8F24E3506}" dt="2025-10-23T09:06:46.350" v="13343" actId="26606"/>
          <ac:spMkLst>
            <pc:docMk/>
            <pc:sldMk cId="2212067273" sldId="265"/>
            <ac:spMk id="2052" creationId="{A3B168A7-66FE-4359-9866-CBB841A729E6}"/>
          </ac:spMkLst>
        </pc:spChg>
        <pc:spChg chg="add del">
          <ac:chgData name="Torgrim Odde" userId="263d2d9e-d662-4ecd-84e3-6377197a8522" providerId="ADAL" clId="{F19F3179-E777-480F-BD2C-D9A8F24E3506}" dt="2025-10-23T09:06:43.074" v="13342" actId="26606"/>
          <ac:spMkLst>
            <pc:docMk/>
            <pc:sldMk cId="2212067273" sldId="265"/>
            <ac:spMk id="2055" creationId="{40DC026F-444B-46C9-BCBE-329183BF5FE0}"/>
          </ac:spMkLst>
        </pc:spChg>
        <pc:picChg chg="add del mod">
          <ac:chgData name="Torgrim Odde" userId="263d2d9e-d662-4ecd-84e3-6377197a8522" providerId="ADAL" clId="{F19F3179-E777-480F-BD2C-D9A8F24E3506}" dt="2025-10-23T09:06:32.017" v="13337" actId="478"/>
          <ac:picMkLst>
            <pc:docMk/>
            <pc:sldMk cId="2212067273" sldId="265"/>
            <ac:picMk id="7" creationId="{31D1BAA5-E4F1-9A2E-E9DF-0918E4C5D621}"/>
          </ac:picMkLst>
        </pc:picChg>
        <pc:picChg chg="add mod">
          <ac:chgData name="Torgrim Odde" userId="263d2d9e-d662-4ecd-84e3-6377197a8522" providerId="ADAL" clId="{F19F3179-E777-480F-BD2C-D9A8F24E3506}" dt="2025-10-23T09:06:51.240" v="13344" actId="14100"/>
          <ac:picMkLst>
            <pc:docMk/>
            <pc:sldMk cId="2212067273" sldId="265"/>
            <ac:picMk id="2050" creationId="{50475574-C39F-3655-1F7C-5C1C1551946E}"/>
          </ac:picMkLst>
        </pc:picChg>
        <pc:cxnChg chg="add del">
          <ac:chgData name="Torgrim Odde" userId="263d2d9e-d662-4ecd-84e3-6377197a8522" providerId="ADAL" clId="{F19F3179-E777-480F-BD2C-D9A8F24E3506}" dt="2025-10-23T09:06:46.350" v="13343" actId="26606"/>
          <ac:cxnSpMkLst>
            <pc:docMk/>
            <pc:sldMk cId="2212067273" sldId="265"/>
            <ac:cxnSpMk id="1040" creationId="{F0748755-DDBC-46D0-91EC-1212A8EE2B40}"/>
          </ac:cxnSpMkLst>
        </pc:cxnChg>
        <pc:cxnChg chg="add">
          <ac:chgData name="Torgrim Odde" userId="263d2d9e-d662-4ecd-84e3-6377197a8522" providerId="ADAL" clId="{F19F3179-E777-480F-BD2C-D9A8F24E3506}" dt="2025-10-23T09:06:46.350" v="13343" actId="26606"/>
          <ac:cxnSpMkLst>
            <pc:docMk/>
            <pc:sldMk cId="2212067273" sldId="265"/>
            <ac:cxnSpMk id="2053" creationId="{F0748755-DDBC-46D0-91EC-1212A8EE2B40}"/>
          </ac:cxnSpMkLst>
        </pc:cxnChg>
        <pc:cxnChg chg="add del">
          <ac:chgData name="Torgrim Odde" userId="263d2d9e-d662-4ecd-84e3-6377197a8522" providerId="ADAL" clId="{F19F3179-E777-480F-BD2C-D9A8F24E3506}" dt="2025-10-23T09:06:43.074" v="13342" actId="26606"/>
          <ac:cxnSpMkLst>
            <pc:docMk/>
            <pc:sldMk cId="2212067273" sldId="265"/>
            <ac:cxnSpMk id="2057" creationId="{F0748755-DDBC-46D0-91EC-1212A8EE2B40}"/>
          </ac:cxnSpMkLst>
        </pc:cxnChg>
      </pc:sldChg>
      <pc:sldChg chg="addSp modSp new mod setBg modNotesTx">
        <pc:chgData name="Torgrim Odde" userId="263d2d9e-d662-4ecd-84e3-6377197a8522" providerId="ADAL" clId="{F19F3179-E777-480F-BD2C-D9A8F24E3506}" dt="2025-10-23T09:22:18.881" v="14230" actId="20577"/>
        <pc:sldMkLst>
          <pc:docMk/>
          <pc:sldMk cId="1311685998" sldId="266"/>
        </pc:sldMkLst>
        <pc:spChg chg="mod">
          <ac:chgData name="Torgrim Odde" userId="263d2d9e-d662-4ecd-84e3-6377197a8522" providerId="ADAL" clId="{F19F3179-E777-480F-BD2C-D9A8F24E3506}" dt="2025-10-21T19:07:11.845" v="13136" actId="26606"/>
          <ac:spMkLst>
            <pc:docMk/>
            <pc:sldMk cId="1311685998" sldId="266"/>
            <ac:spMk id="2" creationId="{749414F2-4320-ADC5-4D38-C4EBCD5D93EB}"/>
          </ac:spMkLst>
        </pc:spChg>
        <pc:spChg chg="mod">
          <ac:chgData name="Torgrim Odde" userId="263d2d9e-d662-4ecd-84e3-6377197a8522" providerId="ADAL" clId="{F19F3179-E777-480F-BD2C-D9A8F24E3506}" dt="2025-10-23T09:22:18.881" v="14230" actId="20577"/>
          <ac:spMkLst>
            <pc:docMk/>
            <pc:sldMk cId="1311685998" sldId="266"/>
            <ac:spMk id="3" creationId="{31A0FDF6-E251-13F8-C18D-FDDB669F17F7}"/>
          </ac:spMkLst>
        </pc:spChg>
        <pc:spChg chg="mod ord">
          <ac:chgData name="Torgrim Odde" userId="263d2d9e-d662-4ecd-84e3-6377197a8522" providerId="ADAL" clId="{F19F3179-E777-480F-BD2C-D9A8F24E3506}" dt="2025-10-21T19:07:11.845" v="13136" actId="26606"/>
          <ac:spMkLst>
            <pc:docMk/>
            <pc:sldMk cId="1311685998" sldId="266"/>
            <ac:spMk id="4" creationId="{F166E94C-65B7-A186-842C-A4148A481116}"/>
          </ac:spMkLst>
        </pc:spChg>
        <pc:spChg chg="add">
          <ac:chgData name="Torgrim Odde" userId="263d2d9e-d662-4ecd-84e3-6377197a8522" providerId="ADAL" clId="{F19F3179-E777-480F-BD2C-D9A8F24E3506}" dt="2025-10-21T19:07:11.845" v="13136" actId="26606"/>
          <ac:spMkLst>
            <pc:docMk/>
            <pc:sldMk cId="1311685998" sldId="266"/>
            <ac:spMk id="11" creationId="{A3B168A7-66FE-4359-9866-CBB841A729E6}"/>
          </ac:spMkLst>
        </pc:spChg>
        <pc:picChg chg="add mod">
          <ac:chgData name="Torgrim Odde" userId="263d2d9e-d662-4ecd-84e3-6377197a8522" providerId="ADAL" clId="{F19F3179-E777-480F-BD2C-D9A8F24E3506}" dt="2025-10-21T19:07:11.845" v="13136" actId="26606"/>
          <ac:picMkLst>
            <pc:docMk/>
            <pc:sldMk cId="1311685998" sldId="266"/>
            <ac:picMk id="6" creationId="{8D46CF7C-3528-D1AF-18A5-1BE1C76A7723}"/>
          </ac:picMkLst>
        </pc:picChg>
        <pc:cxnChg chg="add">
          <ac:chgData name="Torgrim Odde" userId="263d2d9e-d662-4ecd-84e3-6377197a8522" providerId="ADAL" clId="{F19F3179-E777-480F-BD2C-D9A8F24E3506}" dt="2025-10-21T19:07:11.845" v="13136" actId="26606"/>
          <ac:cxnSpMkLst>
            <pc:docMk/>
            <pc:sldMk cId="1311685998" sldId="266"/>
            <ac:cxnSpMk id="13" creationId="{F0748755-DDBC-46D0-91EC-1212A8EE2B40}"/>
          </ac:cxnSpMkLst>
        </pc:cxnChg>
      </pc:sldChg>
      <pc:sldChg chg="addSp delSp modSp new mod setBg modNotesTx">
        <pc:chgData name="Torgrim Odde" userId="263d2d9e-d662-4ecd-84e3-6377197a8522" providerId="ADAL" clId="{F19F3179-E777-480F-BD2C-D9A8F24E3506}" dt="2025-10-23T09:42:15.306" v="16533" actId="12"/>
        <pc:sldMkLst>
          <pc:docMk/>
          <pc:sldMk cId="3600804934" sldId="267"/>
        </pc:sldMkLst>
        <pc:spChg chg="mod">
          <ac:chgData name="Torgrim Odde" userId="263d2d9e-d662-4ecd-84e3-6377197a8522" providerId="ADAL" clId="{F19F3179-E777-480F-BD2C-D9A8F24E3506}" dt="2025-10-23T09:08:35.219" v="13393" actId="26606"/>
          <ac:spMkLst>
            <pc:docMk/>
            <pc:sldMk cId="3600804934" sldId="267"/>
            <ac:spMk id="2" creationId="{12D29BF9-F861-778F-CCD4-CD4A15E20053}"/>
          </ac:spMkLst>
        </pc:spChg>
        <pc:spChg chg="mod">
          <ac:chgData name="Torgrim Odde" userId="263d2d9e-d662-4ecd-84e3-6377197a8522" providerId="ADAL" clId="{F19F3179-E777-480F-BD2C-D9A8F24E3506}" dt="2025-10-23T09:42:15.306" v="16533" actId="12"/>
          <ac:spMkLst>
            <pc:docMk/>
            <pc:sldMk cId="3600804934" sldId="267"/>
            <ac:spMk id="3" creationId="{EC9CA087-4D37-2090-B196-A4229F8C68E0}"/>
          </ac:spMkLst>
        </pc:spChg>
        <pc:spChg chg="mod ord">
          <ac:chgData name="Torgrim Odde" userId="263d2d9e-d662-4ecd-84e3-6377197a8522" providerId="ADAL" clId="{F19F3179-E777-480F-BD2C-D9A8F24E3506}" dt="2025-10-23T09:08:35.219" v="13393" actId="26606"/>
          <ac:spMkLst>
            <pc:docMk/>
            <pc:sldMk cId="3600804934" sldId="267"/>
            <ac:spMk id="4" creationId="{F4BEEC2E-70DD-0878-C74D-83573BF70A4A}"/>
          </ac:spMkLst>
        </pc:spChg>
        <pc:spChg chg="add del">
          <ac:chgData name="Torgrim Odde" userId="263d2d9e-d662-4ecd-84e3-6377197a8522" providerId="ADAL" clId="{F19F3179-E777-480F-BD2C-D9A8F24E3506}" dt="2025-10-23T09:07:41.963" v="13384" actId="26606"/>
          <ac:spMkLst>
            <pc:docMk/>
            <pc:sldMk cId="3600804934" sldId="267"/>
            <ac:spMk id="1031" creationId="{A3B168A7-66FE-4359-9866-CBB841A729E6}"/>
          </ac:spMkLst>
        </pc:spChg>
        <pc:spChg chg="add del">
          <ac:chgData name="Torgrim Odde" userId="263d2d9e-d662-4ecd-84e3-6377197a8522" providerId="ADAL" clId="{F19F3179-E777-480F-BD2C-D9A8F24E3506}" dt="2025-10-23T09:08:14.455" v="13387" actId="26606"/>
          <ac:spMkLst>
            <pc:docMk/>
            <pc:sldMk cId="3600804934" sldId="267"/>
            <ac:spMk id="3079" creationId="{A3B168A7-66FE-4359-9866-CBB841A729E6}"/>
          </ac:spMkLst>
        </pc:spChg>
        <pc:spChg chg="add del">
          <ac:chgData name="Torgrim Odde" userId="263d2d9e-d662-4ecd-84e3-6377197a8522" providerId="ADAL" clId="{F19F3179-E777-480F-BD2C-D9A8F24E3506}" dt="2025-10-23T09:08:35.219" v="13393" actId="26606"/>
          <ac:spMkLst>
            <pc:docMk/>
            <pc:sldMk cId="3600804934" sldId="267"/>
            <ac:spMk id="3086" creationId="{A3B168A7-66FE-4359-9866-CBB841A729E6}"/>
          </ac:spMkLst>
        </pc:spChg>
        <pc:spChg chg="add del">
          <ac:chgData name="Torgrim Odde" userId="263d2d9e-d662-4ecd-84e3-6377197a8522" providerId="ADAL" clId="{F19F3179-E777-480F-BD2C-D9A8F24E3506}" dt="2025-10-23T09:08:35.219" v="13393" actId="26606"/>
          <ac:spMkLst>
            <pc:docMk/>
            <pc:sldMk cId="3600804934" sldId="267"/>
            <ac:spMk id="3093" creationId="{A3B168A7-66FE-4359-9866-CBB841A729E6}"/>
          </ac:spMkLst>
        </pc:spChg>
        <pc:picChg chg="add del mod">
          <ac:chgData name="Torgrim Odde" userId="263d2d9e-d662-4ecd-84e3-6377197a8522" providerId="ADAL" clId="{F19F3179-E777-480F-BD2C-D9A8F24E3506}" dt="2025-10-23T09:05:47.370" v="13332" actId="478"/>
          <ac:picMkLst>
            <pc:docMk/>
            <pc:sldMk cId="3600804934" sldId="267"/>
            <ac:picMk id="5" creationId="{C6CDF30B-F562-E802-A174-FFE16772CA26}"/>
          </ac:picMkLst>
        </pc:picChg>
        <pc:picChg chg="add del mod">
          <ac:chgData name="Torgrim Odde" userId="263d2d9e-d662-4ecd-84e3-6377197a8522" providerId="ADAL" clId="{F19F3179-E777-480F-BD2C-D9A8F24E3506}" dt="2025-10-23T09:07:10.731" v="13345" actId="21"/>
          <ac:picMkLst>
            <pc:docMk/>
            <pc:sldMk cId="3600804934" sldId="267"/>
            <ac:picMk id="1026" creationId="{5389500D-9BCF-6277-DC8D-C3FEC64BCB13}"/>
          </ac:picMkLst>
        </pc:picChg>
        <pc:picChg chg="add del mod">
          <ac:chgData name="Torgrim Odde" userId="263d2d9e-d662-4ecd-84e3-6377197a8522" providerId="ADAL" clId="{F19F3179-E777-480F-BD2C-D9A8F24E3506}" dt="2025-10-23T09:07:59.903" v="13385" actId="478"/>
          <ac:picMkLst>
            <pc:docMk/>
            <pc:sldMk cId="3600804934" sldId="267"/>
            <ac:picMk id="3074" creationId="{0FAD1F1F-0D11-EF04-E7F2-689CB577B71A}"/>
          </ac:picMkLst>
        </pc:picChg>
        <pc:picChg chg="add mod">
          <ac:chgData name="Torgrim Odde" userId="263d2d9e-d662-4ecd-84e3-6377197a8522" providerId="ADAL" clId="{F19F3179-E777-480F-BD2C-D9A8F24E3506}" dt="2025-10-23T09:08:40.161" v="13394" actId="14100"/>
          <ac:picMkLst>
            <pc:docMk/>
            <pc:sldMk cId="3600804934" sldId="267"/>
            <ac:picMk id="3076" creationId="{93EE8E10-0C51-5ADF-CC90-1B973B0D5379}"/>
          </ac:picMkLst>
        </pc:picChg>
        <pc:picChg chg="add mod">
          <ac:chgData name="Torgrim Odde" userId="263d2d9e-d662-4ecd-84e3-6377197a8522" providerId="ADAL" clId="{F19F3179-E777-480F-BD2C-D9A8F24E3506}" dt="2025-10-23T09:08:43.876" v="13395" actId="1076"/>
          <ac:picMkLst>
            <pc:docMk/>
            <pc:sldMk cId="3600804934" sldId="267"/>
            <ac:picMk id="3078" creationId="{11BB4904-D049-B246-60AE-033BB6DEB6CF}"/>
          </ac:picMkLst>
        </pc:picChg>
        <pc:cxnChg chg="add del">
          <ac:chgData name="Torgrim Odde" userId="263d2d9e-d662-4ecd-84e3-6377197a8522" providerId="ADAL" clId="{F19F3179-E777-480F-BD2C-D9A8F24E3506}" dt="2025-10-23T09:07:41.963" v="13384" actId="26606"/>
          <ac:cxnSpMkLst>
            <pc:docMk/>
            <pc:sldMk cId="3600804934" sldId="267"/>
            <ac:cxnSpMk id="1033" creationId="{F0748755-DDBC-46D0-91EC-1212A8EE2B40}"/>
          </ac:cxnSpMkLst>
        </pc:cxnChg>
        <pc:cxnChg chg="add del">
          <ac:chgData name="Torgrim Odde" userId="263d2d9e-d662-4ecd-84e3-6377197a8522" providerId="ADAL" clId="{F19F3179-E777-480F-BD2C-D9A8F24E3506}" dt="2025-10-23T09:08:14.455" v="13387" actId="26606"/>
          <ac:cxnSpMkLst>
            <pc:docMk/>
            <pc:sldMk cId="3600804934" sldId="267"/>
            <ac:cxnSpMk id="3081" creationId="{F0748755-DDBC-46D0-91EC-1212A8EE2B40}"/>
          </ac:cxnSpMkLst>
        </pc:cxnChg>
        <pc:cxnChg chg="add del">
          <ac:chgData name="Torgrim Odde" userId="263d2d9e-d662-4ecd-84e3-6377197a8522" providerId="ADAL" clId="{F19F3179-E777-480F-BD2C-D9A8F24E3506}" dt="2025-10-23T09:08:35.219" v="13393" actId="26606"/>
          <ac:cxnSpMkLst>
            <pc:docMk/>
            <pc:sldMk cId="3600804934" sldId="267"/>
            <ac:cxnSpMk id="3088" creationId="{F0748755-DDBC-46D0-91EC-1212A8EE2B40}"/>
          </ac:cxnSpMkLst>
        </pc:cxnChg>
        <pc:cxnChg chg="add del">
          <ac:chgData name="Torgrim Odde" userId="263d2d9e-d662-4ecd-84e3-6377197a8522" providerId="ADAL" clId="{F19F3179-E777-480F-BD2C-D9A8F24E3506}" dt="2025-10-23T09:08:35.219" v="13393" actId="26606"/>
          <ac:cxnSpMkLst>
            <pc:docMk/>
            <pc:sldMk cId="3600804934" sldId="267"/>
            <ac:cxnSpMk id="3095" creationId="{E55FB8EA-5471-4074-88CA-98AA3AD98101}"/>
          </ac:cxnSpMkLst>
        </pc:cxnChg>
      </pc:sldChg>
      <pc:sldChg chg="addSp modSp new mod setBg modNotesTx">
        <pc:chgData name="Torgrim Odde" userId="263d2d9e-d662-4ecd-84e3-6377197a8522" providerId="ADAL" clId="{F19F3179-E777-480F-BD2C-D9A8F24E3506}" dt="2025-10-23T10:03:50.664" v="18018" actId="20577"/>
        <pc:sldMkLst>
          <pc:docMk/>
          <pc:sldMk cId="1558475132" sldId="268"/>
        </pc:sldMkLst>
        <pc:spChg chg="mod">
          <ac:chgData name="Torgrim Odde" userId="263d2d9e-d662-4ecd-84e3-6377197a8522" providerId="ADAL" clId="{F19F3179-E777-480F-BD2C-D9A8F24E3506}" dt="2025-10-21T19:07:53.098" v="13142" actId="26606"/>
          <ac:spMkLst>
            <pc:docMk/>
            <pc:sldMk cId="1558475132" sldId="268"/>
            <ac:spMk id="2" creationId="{1D0EA80A-F881-BD97-D3ED-F8F18BB56FC1}"/>
          </ac:spMkLst>
        </pc:spChg>
        <pc:spChg chg="mod">
          <ac:chgData name="Torgrim Odde" userId="263d2d9e-d662-4ecd-84e3-6377197a8522" providerId="ADAL" clId="{F19F3179-E777-480F-BD2C-D9A8F24E3506}" dt="2025-10-23T09:24:30.435" v="14306" actId="20577"/>
          <ac:spMkLst>
            <pc:docMk/>
            <pc:sldMk cId="1558475132" sldId="268"/>
            <ac:spMk id="3" creationId="{51EED449-8CBD-615D-EECB-A63C71E402B7}"/>
          </ac:spMkLst>
        </pc:spChg>
        <pc:spChg chg="mod ord">
          <ac:chgData name="Torgrim Odde" userId="263d2d9e-d662-4ecd-84e3-6377197a8522" providerId="ADAL" clId="{F19F3179-E777-480F-BD2C-D9A8F24E3506}" dt="2025-10-21T19:07:53.098" v="13142" actId="26606"/>
          <ac:spMkLst>
            <pc:docMk/>
            <pc:sldMk cId="1558475132" sldId="268"/>
            <ac:spMk id="4" creationId="{F955AF24-D136-E3A4-CEBE-8F6C2E1DAB81}"/>
          </ac:spMkLst>
        </pc:spChg>
        <pc:spChg chg="add">
          <ac:chgData name="Torgrim Odde" userId="263d2d9e-d662-4ecd-84e3-6377197a8522" providerId="ADAL" clId="{F19F3179-E777-480F-BD2C-D9A8F24E3506}" dt="2025-10-21T19:07:53.098" v="13142" actId="26606"/>
          <ac:spMkLst>
            <pc:docMk/>
            <pc:sldMk cId="1558475132" sldId="268"/>
            <ac:spMk id="11" creationId="{40DC026F-444B-46C9-BCBE-329183BF5FE0}"/>
          </ac:spMkLst>
        </pc:spChg>
        <pc:picChg chg="add mod">
          <ac:chgData name="Torgrim Odde" userId="263d2d9e-d662-4ecd-84e3-6377197a8522" providerId="ADAL" clId="{F19F3179-E777-480F-BD2C-D9A8F24E3506}" dt="2025-10-21T19:07:53.098" v="13142" actId="26606"/>
          <ac:picMkLst>
            <pc:docMk/>
            <pc:sldMk cId="1558475132" sldId="268"/>
            <ac:picMk id="6" creationId="{AFCAA087-FEED-785C-4707-7E324CFC6396}"/>
          </ac:picMkLst>
        </pc:picChg>
        <pc:cxnChg chg="add">
          <ac:chgData name="Torgrim Odde" userId="263d2d9e-d662-4ecd-84e3-6377197a8522" providerId="ADAL" clId="{F19F3179-E777-480F-BD2C-D9A8F24E3506}" dt="2025-10-21T19:07:53.098" v="13142" actId="26606"/>
          <ac:cxnSpMkLst>
            <pc:docMk/>
            <pc:sldMk cId="1558475132" sldId="268"/>
            <ac:cxnSpMk id="13" creationId="{F0748755-DDBC-46D0-91EC-1212A8EE2B40}"/>
          </ac:cxnSpMkLst>
        </pc:cxnChg>
      </pc:sldChg>
      <pc:sldChg chg="addSp delSp modSp new mod setBg modNotesTx">
        <pc:chgData name="Torgrim Odde" userId="263d2d9e-d662-4ecd-84e3-6377197a8522" providerId="ADAL" clId="{F19F3179-E777-480F-BD2C-D9A8F24E3506}" dt="2025-10-23T10:04:56.209" v="18028" actId="20577"/>
        <pc:sldMkLst>
          <pc:docMk/>
          <pc:sldMk cId="3022873501" sldId="269"/>
        </pc:sldMkLst>
        <pc:spChg chg="mod">
          <ac:chgData name="Torgrim Odde" userId="263d2d9e-d662-4ecd-84e3-6377197a8522" providerId="ADAL" clId="{F19F3179-E777-480F-BD2C-D9A8F24E3506}" dt="2025-10-21T19:29:15.962" v="13229" actId="26606"/>
          <ac:spMkLst>
            <pc:docMk/>
            <pc:sldMk cId="3022873501" sldId="269"/>
            <ac:spMk id="2" creationId="{33DC3E9E-F546-CA37-11F9-3DF754126349}"/>
          </ac:spMkLst>
        </pc:spChg>
        <pc:spChg chg="mod ord">
          <ac:chgData name="Torgrim Odde" userId="263d2d9e-d662-4ecd-84e3-6377197a8522" providerId="ADAL" clId="{F19F3179-E777-480F-BD2C-D9A8F24E3506}" dt="2025-10-23T09:42:27.180" v="16535" actId="12"/>
          <ac:spMkLst>
            <pc:docMk/>
            <pc:sldMk cId="3022873501" sldId="269"/>
            <ac:spMk id="3" creationId="{0B9E11A0-C1F7-7276-A7AF-811CEB7E9126}"/>
          </ac:spMkLst>
        </pc:spChg>
        <pc:spChg chg="mod ord">
          <ac:chgData name="Torgrim Odde" userId="263d2d9e-d662-4ecd-84e3-6377197a8522" providerId="ADAL" clId="{F19F3179-E777-480F-BD2C-D9A8F24E3506}" dt="2025-10-21T19:29:15.962" v="13229" actId="26606"/>
          <ac:spMkLst>
            <pc:docMk/>
            <pc:sldMk cId="3022873501" sldId="269"/>
            <ac:spMk id="4" creationId="{3D5F19FA-BE47-83C7-236E-05401B7423AB}"/>
          </ac:spMkLst>
        </pc:spChg>
        <pc:spChg chg="add">
          <ac:chgData name="Torgrim Odde" userId="263d2d9e-d662-4ecd-84e3-6377197a8522" providerId="ADAL" clId="{F19F3179-E777-480F-BD2C-D9A8F24E3506}" dt="2025-10-21T19:29:15.962" v="13229" actId="26606"/>
          <ac:spMkLst>
            <pc:docMk/>
            <pc:sldMk cId="3022873501" sldId="269"/>
            <ac:spMk id="3083" creationId="{A3B168A7-66FE-4359-9866-CBB841A729E6}"/>
          </ac:spMkLst>
        </pc:spChg>
        <pc:picChg chg="add mod">
          <ac:chgData name="Torgrim Odde" userId="263d2d9e-d662-4ecd-84e3-6377197a8522" providerId="ADAL" clId="{F19F3179-E777-480F-BD2C-D9A8F24E3506}" dt="2025-10-23T09:09:13.877" v="13399" actId="1076"/>
          <ac:picMkLst>
            <pc:docMk/>
            <pc:sldMk cId="3022873501" sldId="269"/>
            <ac:picMk id="5" creationId="{09F7510B-29AB-DDC6-6A8D-59B79099DEC4}"/>
          </ac:picMkLst>
        </pc:picChg>
        <pc:picChg chg="add mod ord">
          <ac:chgData name="Torgrim Odde" userId="263d2d9e-d662-4ecd-84e3-6377197a8522" providerId="ADAL" clId="{F19F3179-E777-480F-BD2C-D9A8F24E3506}" dt="2025-10-23T09:09:16.728" v="13400" actId="14100"/>
          <ac:picMkLst>
            <pc:docMk/>
            <pc:sldMk cId="3022873501" sldId="269"/>
            <ac:picMk id="3074" creationId="{B227A7A2-18E7-57A8-8434-314F48D5A0D7}"/>
          </ac:picMkLst>
        </pc:picChg>
        <pc:cxnChg chg="add">
          <ac:chgData name="Torgrim Odde" userId="263d2d9e-d662-4ecd-84e3-6377197a8522" providerId="ADAL" clId="{F19F3179-E777-480F-BD2C-D9A8F24E3506}" dt="2025-10-21T19:29:15.962" v="13229" actId="26606"/>
          <ac:cxnSpMkLst>
            <pc:docMk/>
            <pc:sldMk cId="3022873501" sldId="269"/>
            <ac:cxnSpMk id="3084" creationId="{E55FB8EA-5471-4074-88CA-98AA3AD98101}"/>
          </ac:cxnSpMkLst>
        </pc:cxnChg>
      </pc:sldChg>
      <pc:sldChg chg="addSp delSp modSp new mod setBg modNotesTx">
        <pc:chgData name="Torgrim Odde" userId="263d2d9e-d662-4ecd-84e3-6377197a8522" providerId="ADAL" clId="{F19F3179-E777-480F-BD2C-D9A8F24E3506}" dt="2025-10-23T09:42:34.154" v="16536" actId="12"/>
        <pc:sldMkLst>
          <pc:docMk/>
          <pc:sldMk cId="2326131002" sldId="270"/>
        </pc:sldMkLst>
        <pc:spChg chg="mod">
          <ac:chgData name="Torgrim Odde" userId="263d2d9e-d662-4ecd-84e3-6377197a8522" providerId="ADAL" clId="{F19F3179-E777-480F-BD2C-D9A8F24E3506}" dt="2025-10-21T19:21:03.743" v="13191" actId="26606"/>
          <ac:spMkLst>
            <pc:docMk/>
            <pc:sldMk cId="2326131002" sldId="270"/>
            <ac:spMk id="2" creationId="{4C3A9562-A2F1-8455-CF0D-AB48A2C91B07}"/>
          </ac:spMkLst>
        </pc:spChg>
        <pc:spChg chg="mod">
          <ac:chgData name="Torgrim Odde" userId="263d2d9e-d662-4ecd-84e3-6377197a8522" providerId="ADAL" clId="{F19F3179-E777-480F-BD2C-D9A8F24E3506}" dt="2025-10-23T09:42:34.154" v="16536" actId="12"/>
          <ac:spMkLst>
            <pc:docMk/>
            <pc:sldMk cId="2326131002" sldId="270"/>
            <ac:spMk id="3" creationId="{3820E8BD-A70D-FF97-71EC-E8420CF7B27F}"/>
          </ac:spMkLst>
        </pc:spChg>
        <pc:spChg chg="mod ord">
          <ac:chgData name="Torgrim Odde" userId="263d2d9e-d662-4ecd-84e3-6377197a8522" providerId="ADAL" clId="{F19F3179-E777-480F-BD2C-D9A8F24E3506}" dt="2025-10-21T19:08:12.048" v="13145" actId="26606"/>
          <ac:spMkLst>
            <pc:docMk/>
            <pc:sldMk cId="2326131002" sldId="270"/>
            <ac:spMk id="4" creationId="{4F787A50-22FD-92B0-D736-943543F8B44B}"/>
          </ac:spMkLst>
        </pc:spChg>
        <pc:spChg chg="add">
          <ac:chgData name="Torgrim Odde" userId="263d2d9e-d662-4ecd-84e3-6377197a8522" providerId="ADAL" clId="{F19F3179-E777-480F-BD2C-D9A8F24E3506}" dt="2025-10-21T19:21:03.743" v="13191" actId="26606"/>
          <ac:spMkLst>
            <pc:docMk/>
            <pc:sldMk cId="2326131002" sldId="270"/>
            <ac:spMk id="20" creationId="{A3B168A7-66FE-4359-9866-CBB841A729E6}"/>
          </ac:spMkLst>
        </pc:spChg>
        <pc:picChg chg="add mod">
          <ac:chgData name="Torgrim Odde" userId="263d2d9e-d662-4ecd-84e3-6377197a8522" providerId="ADAL" clId="{F19F3179-E777-480F-BD2C-D9A8F24E3506}" dt="2025-10-23T09:09:22.082" v="13401" actId="14100"/>
          <ac:picMkLst>
            <pc:docMk/>
            <pc:sldMk cId="2326131002" sldId="270"/>
            <ac:picMk id="6" creationId="{3A6E0F8B-DCF1-29DE-0E67-E035781885EE}"/>
          </ac:picMkLst>
        </pc:picChg>
        <pc:cxnChg chg="add">
          <ac:chgData name="Torgrim Odde" userId="263d2d9e-d662-4ecd-84e3-6377197a8522" providerId="ADAL" clId="{F19F3179-E777-480F-BD2C-D9A8F24E3506}" dt="2025-10-21T19:21:03.743" v="13191" actId="26606"/>
          <ac:cxnSpMkLst>
            <pc:docMk/>
            <pc:sldMk cId="2326131002" sldId="270"/>
            <ac:cxnSpMk id="22" creationId="{F0748755-DDBC-46D0-91EC-1212A8EE2B40}"/>
          </ac:cxnSpMkLst>
        </pc:cxnChg>
      </pc:sldChg>
      <pc:sldChg chg="addSp delSp modSp new mod setBg modNotesTx">
        <pc:chgData name="Torgrim Odde" userId="263d2d9e-d662-4ecd-84e3-6377197a8522" providerId="ADAL" clId="{F19F3179-E777-480F-BD2C-D9A8F24E3506}" dt="2025-10-23T09:42:42.164" v="16537" actId="12"/>
        <pc:sldMkLst>
          <pc:docMk/>
          <pc:sldMk cId="2003498448" sldId="271"/>
        </pc:sldMkLst>
        <pc:spChg chg="mod">
          <ac:chgData name="Torgrim Odde" userId="263d2d9e-d662-4ecd-84e3-6377197a8522" providerId="ADAL" clId="{F19F3179-E777-480F-BD2C-D9A8F24E3506}" dt="2025-10-21T19:20:59.147" v="13190" actId="26606"/>
          <ac:spMkLst>
            <pc:docMk/>
            <pc:sldMk cId="2003498448" sldId="271"/>
            <ac:spMk id="2" creationId="{6E9A423D-C6E8-4AA7-148E-DDE8AD299C0C}"/>
          </ac:spMkLst>
        </pc:spChg>
        <pc:spChg chg="mod">
          <ac:chgData name="Torgrim Odde" userId="263d2d9e-d662-4ecd-84e3-6377197a8522" providerId="ADAL" clId="{F19F3179-E777-480F-BD2C-D9A8F24E3506}" dt="2025-10-23T09:42:42.164" v="16537" actId="12"/>
          <ac:spMkLst>
            <pc:docMk/>
            <pc:sldMk cId="2003498448" sldId="271"/>
            <ac:spMk id="3" creationId="{2A31376E-97D2-9162-19AC-81CD24558366}"/>
          </ac:spMkLst>
        </pc:spChg>
        <pc:spChg chg="mod ord">
          <ac:chgData name="Torgrim Odde" userId="263d2d9e-d662-4ecd-84e3-6377197a8522" providerId="ADAL" clId="{F19F3179-E777-480F-BD2C-D9A8F24E3506}" dt="2025-10-21T19:20:59.147" v="13190" actId="26606"/>
          <ac:spMkLst>
            <pc:docMk/>
            <pc:sldMk cId="2003498448" sldId="271"/>
            <ac:spMk id="4" creationId="{D9D04EAA-8DD9-DFEE-45B7-866C1F669B6C}"/>
          </ac:spMkLst>
        </pc:spChg>
        <pc:spChg chg="add">
          <ac:chgData name="Torgrim Odde" userId="263d2d9e-d662-4ecd-84e3-6377197a8522" providerId="ADAL" clId="{F19F3179-E777-480F-BD2C-D9A8F24E3506}" dt="2025-10-21T19:20:59.147" v="13190" actId="26606"/>
          <ac:spMkLst>
            <pc:docMk/>
            <pc:sldMk cId="2003498448" sldId="271"/>
            <ac:spMk id="23" creationId="{A3B168A7-66FE-4359-9866-CBB841A729E6}"/>
          </ac:spMkLst>
        </pc:spChg>
        <pc:picChg chg="add mod">
          <ac:chgData name="Torgrim Odde" userId="263d2d9e-d662-4ecd-84e3-6377197a8522" providerId="ADAL" clId="{F19F3179-E777-480F-BD2C-D9A8F24E3506}" dt="2025-10-23T09:09:29.507" v="13403" actId="1076"/>
          <ac:picMkLst>
            <pc:docMk/>
            <pc:sldMk cId="2003498448" sldId="271"/>
            <ac:picMk id="8" creationId="{29A5AF6C-A065-4E82-07B9-D70384603142}"/>
          </ac:picMkLst>
        </pc:picChg>
        <pc:cxnChg chg="add">
          <ac:chgData name="Torgrim Odde" userId="263d2d9e-d662-4ecd-84e3-6377197a8522" providerId="ADAL" clId="{F19F3179-E777-480F-BD2C-D9A8F24E3506}" dt="2025-10-21T19:20:59.147" v="13190" actId="26606"/>
          <ac:cxnSpMkLst>
            <pc:docMk/>
            <pc:sldMk cId="2003498448" sldId="271"/>
            <ac:cxnSpMk id="24" creationId="{F0748755-DDBC-46D0-91EC-1212A8EE2B40}"/>
          </ac:cxnSpMkLst>
        </pc:cxnChg>
      </pc:sldChg>
      <pc:sldChg chg="addSp modSp new mod modNotesTx">
        <pc:chgData name="Torgrim Odde" userId="263d2d9e-d662-4ecd-84e3-6377197a8522" providerId="ADAL" clId="{F19F3179-E777-480F-BD2C-D9A8F24E3506}" dt="2025-10-23T09:42:51.658" v="16538" actId="12"/>
        <pc:sldMkLst>
          <pc:docMk/>
          <pc:sldMk cId="3229146995" sldId="272"/>
        </pc:sldMkLst>
        <pc:spChg chg="mod">
          <ac:chgData name="Torgrim Odde" userId="263d2d9e-d662-4ecd-84e3-6377197a8522" providerId="ADAL" clId="{F19F3179-E777-480F-BD2C-D9A8F24E3506}" dt="2025-10-21T17:49:18.721" v="4198" actId="20577"/>
          <ac:spMkLst>
            <pc:docMk/>
            <pc:sldMk cId="3229146995" sldId="272"/>
            <ac:spMk id="2" creationId="{272153E3-71B5-041E-5918-3521166DC327}"/>
          </ac:spMkLst>
        </pc:spChg>
        <pc:spChg chg="mod">
          <ac:chgData name="Torgrim Odde" userId="263d2d9e-d662-4ecd-84e3-6377197a8522" providerId="ADAL" clId="{F19F3179-E777-480F-BD2C-D9A8F24E3506}" dt="2025-10-23T09:42:51.658" v="16538" actId="12"/>
          <ac:spMkLst>
            <pc:docMk/>
            <pc:sldMk cId="3229146995" sldId="272"/>
            <ac:spMk id="3" creationId="{6691E7BA-2774-3953-B20A-662BEBB372B7}"/>
          </ac:spMkLst>
        </pc:spChg>
        <pc:picChg chg="add mod">
          <ac:chgData name="Torgrim Odde" userId="263d2d9e-d662-4ecd-84e3-6377197a8522" providerId="ADAL" clId="{F19F3179-E777-480F-BD2C-D9A8F24E3506}" dt="2025-10-21T19:26:29.757" v="13208" actId="1076"/>
          <ac:picMkLst>
            <pc:docMk/>
            <pc:sldMk cId="3229146995" sldId="272"/>
            <ac:picMk id="8" creationId="{61C0DF18-791B-E6E8-630F-96032B5D432C}"/>
          </ac:picMkLst>
        </pc:picChg>
      </pc:sldChg>
      <pc:sldChg chg="modSp new mod modNotesTx">
        <pc:chgData name="Torgrim Odde" userId="263d2d9e-d662-4ecd-84e3-6377197a8522" providerId="ADAL" clId="{F19F3179-E777-480F-BD2C-D9A8F24E3506}" dt="2025-10-23T09:45:17.304" v="16741" actId="20577"/>
        <pc:sldMkLst>
          <pc:docMk/>
          <pc:sldMk cId="679323410" sldId="273"/>
        </pc:sldMkLst>
        <pc:spChg chg="mod">
          <ac:chgData name="Torgrim Odde" userId="263d2d9e-d662-4ecd-84e3-6377197a8522" providerId="ADAL" clId="{F19F3179-E777-480F-BD2C-D9A8F24E3506}" dt="2025-10-21T17:50:40.177" v="4344" actId="20577"/>
          <ac:spMkLst>
            <pc:docMk/>
            <pc:sldMk cId="679323410" sldId="273"/>
            <ac:spMk id="2" creationId="{5DF8F0E6-4646-CDD4-5186-B64E2ED63186}"/>
          </ac:spMkLst>
        </pc:spChg>
        <pc:spChg chg="mod">
          <ac:chgData name="Torgrim Odde" userId="263d2d9e-d662-4ecd-84e3-6377197a8522" providerId="ADAL" clId="{F19F3179-E777-480F-BD2C-D9A8F24E3506}" dt="2025-10-23T09:43:00.418" v="16539" actId="12"/>
          <ac:spMkLst>
            <pc:docMk/>
            <pc:sldMk cId="679323410" sldId="273"/>
            <ac:spMk id="3" creationId="{42FED978-BB31-D90F-C17D-7F9CB370948E}"/>
          </ac:spMkLst>
        </pc:spChg>
      </pc:sldChg>
      <pc:sldChg chg="addSp delSp modSp new mod setBg modNotesTx">
        <pc:chgData name="Torgrim Odde" userId="263d2d9e-d662-4ecd-84e3-6377197a8522" providerId="ADAL" clId="{F19F3179-E777-480F-BD2C-D9A8F24E3506}" dt="2025-10-23T10:08:50.039" v="18061" actId="20577"/>
        <pc:sldMkLst>
          <pc:docMk/>
          <pc:sldMk cId="113568037" sldId="274"/>
        </pc:sldMkLst>
        <pc:spChg chg="mod">
          <ac:chgData name="Torgrim Odde" userId="263d2d9e-d662-4ecd-84e3-6377197a8522" providerId="ADAL" clId="{F19F3179-E777-480F-BD2C-D9A8F24E3506}" dt="2025-10-21T19:25:00.553" v="13204" actId="26606"/>
          <ac:spMkLst>
            <pc:docMk/>
            <pc:sldMk cId="113568037" sldId="274"/>
            <ac:spMk id="2" creationId="{B28E83F2-C52C-A5F5-8EA9-D72671E6B72A}"/>
          </ac:spMkLst>
        </pc:spChg>
        <pc:spChg chg="mod">
          <ac:chgData name="Torgrim Odde" userId="263d2d9e-d662-4ecd-84e3-6377197a8522" providerId="ADAL" clId="{F19F3179-E777-480F-BD2C-D9A8F24E3506}" dt="2025-10-23T09:36:23.951" v="16044" actId="5793"/>
          <ac:spMkLst>
            <pc:docMk/>
            <pc:sldMk cId="113568037" sldId="274"/>
            <ac:spMk id="3" creationId="{4BF25084-9013-E796-0C0D-5F6A4AB130BF}"/>
          </ac:spMkLst>
        </pc:spChg>
        <pc:spChg chg="mod ord">
          <ac:chgData name="Torgrim Odde" userId="263d2d9e-d662-4ecd-84e3-6377197a8522" providerId="ADAL" clId="{F19F3179-E777-480F-BD2C-D9A8F24E3506}" dt="2025-10-21T19:25:00.553" v="13204" actId="26606"/>
          <ac:spMkLst>
            <pc:docMk/>
            <pc:sldMk cId="113568037" sldId="274"/>
            <ac:spMk id="4" creationId="{C3781DD3-4A58-F989-9EAB-E6D79FFFF3D7}"/>
          </ac:spMkLst>
        </pc:spChg>
        <pc:spChg chg="add">
          <ac:chgData name="Torgrim Odde" userId="263d2d9e-d662-4ecd-84e3-6377197a8522" providerId="ADAL" clId="{F19F3179-E777-480F-BD2C-D9A8F24E3506}" dt="2025-10-21T19:25:00.553" v="13204" actId="26606"/>
          <ac:spMkLst>
            <pc:docMk/>
            <pc:sldMk cId="113568037" sldId="274"/>
            <ac:spMk id="13" creationId="{030AC80F-8E82-48C9-A5FA-56D476389C2E}"/>
          </ac:spMkLst>
        </pc:spChg>
        <pc:cxnChg chg="add">
          <ac:chgData name="Torgrim Odde" userId="263d2d9e-d662-4ecd-84e3-6377197a8522" providerId="ADAL" clId="{F19F3179-E777-480F-BD2C-D9A8F24E3506}" dt="2025-10-21T19:25:00.553" v="13204" actId="26606"/>
          <ac:cxnSpMkLst>
            <pc:docMk/>
            <pc:sldMk cId="113568037" sldId="274"/>
            <ac:cxnSpMk id="15" creationId="{F0748755-DDBC-46D0-91EC-1212A8EE2B40}"/>
          </ac:cxnSpMkLst>
        </pc:cxnChg>
      </pc:sldChg>
      <pc:sldChg chg="addSp delSp modSp new mod">
        <pc:chgData name="Torgrim Odde" userId="263d2d9e-d662-4ecd-84e3-6377197a8522" providerId="ADAL" clId="{F19F3179-E777-480F-BD2C-D9A8F24E3506}" dt="2025-10-23T09:08:59.354" v="13397" actId="1076"/>
        <pc:sldMkLst>
          <pc:docMk/>
          <pc:sldMk cId="217160031" sldId="275"/>
        </pc:sldMkLst>
        <pc:spChg chg="mod">
          <ac:chgData name="Torgrim Odde" userId="263d2d9e-d662-4ecd-84e3-6377197a8522" providerId="ADAL" clId="{F19F3179-E777-480F-BD2C-D9A8F24E3506}" dt="2025-10-23T09:07:27.410" v="13381" actId="20577"/>
          <ac:spMkLst>
            <pc:docMk/>
            <pc:sldMk cId="217160031" sldId="275"/>
            <ac:spMk id="2" creationId="{4E45BE1F-157A-31CD-E5D8-2E3F9B805FF0}"/>
          </ac:spMkLst>
        </pc:spChg>
        <pc:spChg chg="del">
          <ac:chgData name="Torgrim Odde" userId="263d2d9e-d662-4ecd-84e3-6377197a8522" providerId="ADAL" clId="{F19F3179-E777-480F-BD2C-D9A8F24E3506}" dt="2025-10-23T09:07:13.426" v="13347"/>
          <ac:spMkLst>
            <pc:docMk/>
            <pc:sldMk cId="217160031" sldId="275"/>
            <ac:spMk id="3" creationId="{19425D1B-76C9-4254-A443-60E45E89C426}"/>
          </ac:spMkLst>
        </pc:spChg>
        <pc:picChg chg="add mod">
          <ac:chgData name="Torgrim Odde" userId="263d2d9e-d662-4ecd-84e3-6377197a8522" providerId="ADAL" clId="{F19F3179-E777-480F-BD2C-D9A8F24E3506}" dt="2025-10-23T09:08:59.354" v="13397" actId="1076"/>
          <ac:picMkLst>
            <pc:docMk/>
            <pc:sldMk cId="217160031" sldId="275"/>
            <ac:picMk id="1026" creationId="{5389500D-9BCF-6277-DC8D-C3FEC64BCB13}"/>
          </ac:picMkLst>
        </pc:picChg>
      </pc:sldChg>
      <pc:sldChg chg="addSp delSp modSp new del mod">
        <pc:chgData name="Torgrim Odde" userId="263d2d9e-d662-4ecd-84e3-6377197a8522" providerId="ADAL" clId="{F19F3179-E777-480F-BD2C-D9A8F24E3506}" dt="2025-10-23T09:05:52.652" v="13334" actId="47"/>
        <pc:sldMkLst>
          <pc:docMk/>
          <pc:sldMk cId="3082534832" sldId="275"/>
        </pc:sldMkLst>
        <pc:spChg chg="del mod">
          <ac:chgData name="Torgrim Odde" userId="263d2d9e-d662-4ecd-84e3-6377197a8522" providerId="ADAL" clId="{F19F3179-E777-480F-BD2C-D9A8F24E3506}" dt="2025-10-23T09:05:19.735" v="13330"/>
          <ac:spMkLst>
            <pc:docMk/>
            <pc:sldMk cId="3082534832" sldId="275"/>
            <ac:spMk id="3" creationId="{57C6BF38-3E4B-22B8-FB7C-27B645EFEA4A}"/>
          </ac:spMkLst>
        </pc:spChg>
        <pc:spChg chg="add mod">
          <ac:chgData name="Torgrim Odde" userId="263d2d9e-d662-4ecd-84e3-6377197a8522" providerId="ADAL" clId="{F19F3179-E777-480F-BD2C-D9A8F24E3506}" dt="2025-10-23T09:05:44.362" v="13331" actId="21"/>
          <ac:spMkLst>
            <pc:docMk/>
            <pc:sldMk cId="3082534832" sldId="275"/>
            <ac:spMk id="5" creationId="{CD67CD2A-8F66-CC2C-B63B-6F357E29D321}"/>
          </ac:spMkLst>
        </pc:spChg>
        <pc:picChg chg="add del mod">
          <ac:chgData name="Torgrim Odde" userId="263d2d9e-d662-4ecd-84e3-6377197a8522" providerId="ADAL" clId="{F19F3179-E777-480F-BD2C-D9A8F24E3506}" dt="2025-10-23T09:05:44.362" v="13331" actId="21"/>
          <ac:picMkLst>
            <pc:docMk/>
            <pc:sldMk cId="3082534832" sldId="275"/>
            <ac:picMk id="1026" creationId="{5389500D-9BCF-6277-DC8D-C3FEC64BCB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ED373-BAD1-4F47-AB59-36CCC457D4C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439AA-4617-4627-B5F6-FFD7862B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9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24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Objective: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To Model </a:t>
            </a:r>
            <a:r>
              <a:rPr lang="en-US" b="1" dirty="0"/>
              <a:t>pressure behavior in a radial reservoir </a:t>
            </a:r>
            <a:r>
              <a:rPr lang="en-US" dirty="0"/>
              <a:t>using both </a:t>
            </a:r>
            <a:r>
              <a:rPr lang="en-US" b="1" dirty="0"/>
              <a:t>analytical</a:t>
            </a:r>
            <a:r>
              <a:rPr lang="en-US" dirty="0"/>
              <a:t> (line-source) and </a:t>
            </a:r>
            <a:r>
              <a:rPr lang="en-US" b="1" dirty="0"/>
              <a:t>numerical</a:t>
            </a:r>
            <a:r>
              <a:rPr lang="en-US" dirty="0"/>
              <a:t> (finite-difference) approaches, and verify numerical accuracy and performance through comparison to theory and well test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Motivation</a:t>
            </a:r>
            <a:r>
              <a:rPr lang="en-U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Pressure behavior is important for understanding reservoir performance, estimating permeability and production strategies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Numerical methods allow us to model realistic cases beyond what analytical solutions can 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Problem basis: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Single-phase flow in a homogenous, isotropic reservoir with constant properties. Flow toward a vertical well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Approach: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Derive and solve steady-state pressure equation and transient pressure equations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Validate numerical solver vs analytical line-source (Theis)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Analyze solver performance for difference methods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Fit model parameters to real well test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Key methods: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Finite difference discretization in space and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Implicit time stepping to ensure numerical stability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Different linear solvers (dense, sparse, Thomas)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Curve fitting to connect simulations to field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End goal: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Confirm theoretical accuracy and extract reservoir parameters from actual data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9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Task foundation</a:t>
            </a:r>
            <a:r>
              <a:rPr lang="en-U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entire project builds on the radial diffusivity equation (hydraulic diffusivity)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Transformation</a:t>
            </a:r>
            <a:r>
              <a:rPr lang="en-U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To simplify the Partial Differential Equation, the project uses logarithmic coordinate which converts the radial operator into a constant-coefficient second derivative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Simplifies the discretization and improves numerical stability and accuracy!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Boundary conditions: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Inner boundary y=</a:t>
            </a:r>
            <a:r>
              <a:rPr lang="en-US" dirty="0" err="1"/>
              <a:t>yw</a:t>
            </a:r>
            <a:r>
              <a:rPr lang="en-US" dirty="0"/>
              <a:t> (specified flux)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Outer boundary y=ye (fixed pressure)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16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Derive analytical solution for steady-state pressure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Construct discrete time lazy BC with N = 4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Compute truncation error and boundary error order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Verify error scaling numerically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Theory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Steady state implication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Lazy boundary condition (first order accuracy)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Not-so-lazy boundary, derived from Taylor expansion (second order accurate)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 in our project: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Finite difference interior stencil, lazy and not-so-lazy boundary treatment in ‘</a:t>
            </a:r>
            <a:r>
              <a:rPr lang="en-US" dirty="0" err="1"/>
              <a:t>PressureSolver</a:t>
            </a:r>
            <a:r>
              <a:rPr lang="en-US" dirty="0"/>
              <a:t>’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Analytical solution used as reference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Limitations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Only valid for constant properties and steady flow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Not-so-lazy still second order, but not exact for higher complexity problems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17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Quantify truncation error and verify error order numerically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Theory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Interior truncation error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Lazy boundary domination (first order global error)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Not-so-lazy boundary eliminates this leading term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System solver for multiple N values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Error evaluated at fixed physical radius to ensure consistency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Lazy BC error slope ~-1 in log-log plot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Not-so-lazy </a:t>
            </a:r>
            <a:r>
              <a:rPr lang="en-US" dirty="0" err="1"/>
              <a:t>bc</a:t>
            </a:r>
            <a:r>
              <a:rPr lang="en-US" dirty="0"/>
              <a:t> slope ~0 (round-off limited – exact match!)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Confirms theoretical expectations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63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Derivate matrix system for N=4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Show actual numerical matrix for given parameters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Implement a general simulator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Theory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Implicit backward Euler (discretized)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Unconditionally stable and suitable for stiff problems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build_tridiagonal_matrix</a:t>
            </a:r>
            <a:r>
              <a:rPr lang="en-US" dirty="0"/>
              <a:t>’ creates coefficient matrix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Solver supports multiple linear solution strategies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Matrix matches theoretical coefficients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Solver converges for any ∆t due to implicit scheme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Limitations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First order in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Early time accuracy depends on ∆t choice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4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Compare numerical solution to analytical line-source solution (Theis) for transient flow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Theis represents infinite-acting reservoir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Theis is valid until pressure front reaches boundary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Time regimes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Early times: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Pressure change is limited to near the wellbore (transient zone)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Intermediate times: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Reservoir behaves infinite-acting (</a:t>
            </a:r>
            <a:r>
              <a:rPr lang="en-US" dirty="0" err="1"/>
              <a:t>semilog</a:t>
            </a:r>
            <a:r>
              <a:rPr lang="en-US" dirty="0"/>
              <a:t> plot becomes linear – grey area on graph)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 times: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Pressure disturbance reaches outer boundary r=re and behavior deviates from Theis curve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Numerical drawdown match the analytical Theis solution very well in the intermediate time region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At early times, the small deviations are caused by time discretization and startup effects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At late times, numerical curve flatten while analytical solution continues to decline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The Theis does not include boundaries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Grid refinement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increasing number of grid cells (N), match improves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Spatial convergence (finer discretization leads to lower numerical error)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Three linear solvers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Dense (NumPy)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Sparse (SciPy)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Thomas algorithm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For small N, all perform similarly.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For large N, Thomas algorithm is the fastest – but we expected a bigger change from SciPy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Learning point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Confirms solver accuracy and efficiency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Solvers behave as theory predicts in different flow regimes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Graph</a:t>
            </a:r>
            <a:r>
              <a:rPr lang="en-U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Shows pressure drawdown response over time for different grid sizes and radii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Drawdown (difference in pressure </a:t>
            </a:r>
            <a:r>
              <a:rPr lang="el-GR" dirty="0"/>
              <a:t>−Δ</a:t>
            </a:r>
            <a:r>
              <a:rPr lang="en-US" dirty="0"/>
              <a:t>p=pi​−p(</a:t>
            </a:r>
            <a:r>
              <a:rPr lang="en-US" dirty="0" err="1"/>
              <a:t>r,t</a:t>
            </a:r>
            <a:r>
              <a:rPr lang="en-US" dirty="0"/>
              <a:t>))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Intermediate time: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Numerical solution: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Constant slope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Analytical (Theis) solution: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Constant slope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Why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Pressure front is still inside reservoir (infinite-acting radial flow), so no change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 time: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Numerical solution: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Curve bends upward and flatten out toward steady-state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Analytical (Theis) solution: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Declining at a faster rate for all radii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Why: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Numerical solution reaches the outer boundary re and approaches steady-state profile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Analytical assumes infinite reservoir, so will decrease infinitely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91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Visualization of 3 solvers; dense (NumPy), sparse (SciPy) and Thomas algorithm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Timing across multiple N and timesteps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Logged average runtime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 on graphs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small N, all methods similar (overhead dominates)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Around N~200, SciPy overtakes NumPy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Around N~200 Thomas is fastest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Consistent with theoretical complexity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Expected Thomas to be way faster than SciPy for large 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56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Load well test pressure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Convert units to SI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Scatter plot of well pressure vs time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Derive formula for pw in terms of p0 (well block)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Theory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Observed data shows early drawdown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Intermediate linear </a:t>
            </a:r>
            <a:r>
              <a:rPr lang="en-US" dirty="0" err="1"/>
              <a:t>semilog</a:t>
            </a:r>
            <a:r>
              <a:rPr lang="en-US" dirty="0"/>
              <a:t> region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 time stabilization (boundary-dominated flow)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Neumann BC at well gives </a:t>
            </a:r>
            <a:r>
              <a:rPr lang="en-US" dirty="0" err="1"/>
              <a:t>dp</a:t>
            </a:r>
            <a:r>
              <a:rPr lang="en-US" dirty="0"/>
              <a:t>/</a:t>
            </a:r>
            <a:r>
              <a:rPr lang="en-US" dirty="0" err="1"/>
              <a:t>dy</a:t>
            </a:r>
            <a:r>
              <a:rPr lang="en-US" dirty="0"/>
              <a:t> = </a:t>
            </a:r>
            <a:r>
              <a:rPr lang="el-GR" dirty="0"/>
              <a:t>α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Taylor over half-cell gives pw ~p0 – </a:t>
            </a:r>
            <a:r>
              <a:rPr lang="el-GR" dirty="0"/>
              <a:t>Δ</a:t>
            </a:r>
            <a:r>
              <a:rPr lang="en-US" dirty="0"/>
              <a:t>y/2 * </a:t>
            </a:r>
            <a:r>
              <a:rPr lang="el-GR" dirty="0"/>
              <a:t>α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‘pandas’ for reading ‘well_bhp.dat’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Unit conversion psi -&gt; SI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Scatter plot for inspection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well_pressure_from_block</a:t>
            </a:r>
            <a:r>
              <a:rPr lang="en-US" dirty="0"/>
              <a:t>()’ computes for each timestep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Used for matching with well test data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Data aligns with expected pressure decline curve shape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Late-time plateau indicates boundary reached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Accurate approximation of well pressure for comparison with measurements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7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Fit parameters k, pi and re to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Compare data, numerical solution, and Theis solution on log-time plot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Theory: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Parameter effects: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K; slope of </a:t>
            </a:r>
            <a:r>
              <a:rPr lang="en-US" dirty="0" err="1"/>
              <a:t>semilog</a:t>
            </a:r>
            <a:r>
              <a:rPr lang="en-US" dirty="0"/>
              <a:t> line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Pi; vertical offset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Re; late-time stabilization onset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Line-source keeps declining; numerical plateaus at boundary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scipy.optimize.curve_fit</a:t>
            </a:r>
            <a:r>
              <a:rPr lang="en-US" dirty="0"/>
              <a:t>’ to find best fit parameters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Simulated well pressure vs measured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Analytical </a:t>
            </a:r>
            <a:r>
              <a:rPr lang="en-US" dirty="0" err="1"/>
              <a:t>theis</a:t>
            </a:r>
            <a:r>
              <a:rPr lang="en-US" dirty="0"/>
              <a:t> computed with fitted parameters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Early/intermediate match is good for both line-source and numerical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Numerical curve levels off at late time (boundary felt)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Fitted parameters consistent with expected behavior)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9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objective: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Calculate total water volume for fitted 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Theory: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 = </a:t>
            </a:r>
            <a:r>
              <a:rPr lang="el-GR" dirty="0"/>
              <a:t>ϕπ(</a:t>
            </a:r>
            <a:r>
              <a:rPr lang="en-US" dirty="0"/>
              <a:t>re2​−rw2​)h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Assuming porosity </a:t>
            </a:r>
            <a:r>
              <a:rPr lang="el-GR" dirty="0"/>
              <a:t>ϕ</a:t>
            </a:r>
            <a:r>
              <a:rPr lang="en-US" dirty="0"/>
              <a:t> (phi) and fully water saturated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Implementation: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Simple calculation using fitted re in SI units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Reservoir volume derived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Meaningful value consistent with late-time pressure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Assumes full saturation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8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Homogenous reservoir: </a:t>
            </a:r>
            <a:r>
              <a:rPr lang="en-US" dirty="0"/>
              <a:t>Reservoir does not change over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No skin or wellbore storage: </a:t>
            </a:r>
            <a:r>
              <a:rPr lang="en-US" b="0" dirty="0"/>
              <a:t>No fluid expansion in the wellbore (storage) and no near-wall damage/stimulation which will affect (skin)</a:t>
            </a:r>
            <a:endParaRPr lang="en-US" b="1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9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Overall: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Project integrates theory, numerical models and real data into a modeling workflow for radial flow in a reservoir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see that theory and simulations are consistent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project demonstrates accuracy and computational efficiency of chosen numerical method.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Exercise 1: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Analytical steady-state solution derived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show how boundary condition choice affects error order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Lazy BC gives first order error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Not-so-lazy BC gives second order error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exact match to analytical solution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Exercise 2: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built a robust implicit transient solver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verify the stability and matrix structure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Exercise 3: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Numerical solution matches Theis in intermediate times and correctly deviates at late times when boundary is felt (as expected)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Solver timing confirm theoretical performance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Thomas algorithm offers best performance at large N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Although, expected better results/larger difference from SciPy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Exercise 4: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Real well test data successfully fitted for k, pi and 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Numerical model reproduces real well behavior including boundary effects at late times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Reservoir volume captured from fitted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9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FC7-1B3C-4B0F-AFC7-781CD6B4747D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0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DE27B-BC99-4A0A-BCFD-ED0A267D9D51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5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2175-7B16-402E-9E2A-82AFC18A8DE6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7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8267C-7252-40EA-A643-356AD4037C13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1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845-5CAB-4C98-B308-7DC64DC94442}" type="datetime1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3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C57F5-CCCF-4169-9887-C85A6A4A9305}" type="datetime1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A02F-ABD3-4941-934D-1D1C21EA3D08}" type="datetime1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8457-5E11-4F74-9E39-A700DF498CFF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6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96D06-1C8D-4B9D-9720-486DA66A489C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6719-8640-4027-924D-33E828541D99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0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8F77-05EF-4003-8D2E-60226B47138D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51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8CF3C04-353E-43C9-BC6F-8427A61ACD27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61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11C99DC-C3C5-4EBE-91DD-345109C3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665F997-7BA8-D1AE-21E3-8A66EB7AC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516" y="1076635"/>
            <a:ext cx="3930256" cy="3495365"/>
          </a:xfrm>
        </p:spPr>
        <p:txBody>
          <a:bodyPr anchor="t">
            <a:normAutofit/>
          </a:bodyPr>
          <a:lstStyle/>
          <a:p>
            <a:r>
              <a:rPr lang="en-US" sz="4000" dirty="0"/>
              <a:t>Project 2 - Can you hear a reservoir?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60469092-CE1F-BFB3-CC73-F735F1858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940" y="4525682"/>
            <a:ext cx="3638358" cy="1318124"/>
          </a:xfrm>
        </p:spPr>
        <p:txBody>
          <a:bodyPr anchor="b">
            <a:normAutofit/>
          </a:bodyPr>
          <a:lstStyle/>
          <a:p>
            <a:r>
              <a:rPr lang="en-US" dirty="0"/>
              <a:t>Malvin </a:t>
            </a:r>
            <a:r>
              <a:rPr lang="en-US" dirty="0" err="1"/>
              <a:t>Varpe</a:t>
            </a:r>
            <a:r>
              <a:rPr lang="en-US" dirty="0"/>
              <a:t> &amp; </a:t>
            </a:r>
            <a:br>
              <a:rPr lang="en-US" dirty="0"/>
            </a:br>
            <a:r>
              <a:rPr lang="en-US" dirty="0"/>
              <a:t>Torgrim Odde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684" y="118679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Hvit struktur">
            <a:extLst>
              <a:ext uri="{FF2B5EF4-FFF2-40B4-BE49-F238E27FC236}">
                <a16:creationId xmlns:a16="http://schemas.microsoft.com/office/drawing/2014/main" id="{36F57848-66CA-2942-B675-DFAE15E48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r="26742"/>
          <a:stretch>
            <a:fillRect/>
          </a:stretch>
        </p:blipFill>
        <p:spPr>
          <a:xfrm>
            <a:off x="5524500" y="1"/>
            <a:ext cx="6667501" cy="6857999"/>
          </a:xfrm>
          <a:prstGeom prst="rect">
            <a:avLst/>
          </a:prstGeom>
        </p:spPr>
      </p:pic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45F2A5A8-881A-55B0-AF64-C67B449D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6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5F2A9C2-EB17-6CB2-A050-C25396B4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011D28F-77F2-55AD-BD61-8E92F7225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Governing Equation &amp; Transformation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 1: Steady-State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 2: Implicit Transient Solver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 3: Comparison to Line-Source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Solver Performance &amp; 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 4: Well test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 limitations &amp; Alternatives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Conclusions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465394E-BA1C-5D3F-88D4-91FDBB1A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9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49F6C2-264F-12EB-2F52-937D2B91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E96E3CE-5785-750E-8EC7-7CCF05697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Objective: Model radial pressure in a reservoir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 structured into 4 exercises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Steady state solution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Time dependent solution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Accuracy &amp; 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Well test data fitting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6F07E2A-C619-AFF6-D4CA-B8F4152F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3</a:t>
            </a:fld>
            <a:endParaRPr lang="en-US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82BC1DC9-DB75-5382-4E4C-DD97D2D27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164" y="3569067"/>
            <a:ext cx="3273400" cy="153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95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4CCF97B-D084-A28E-A7F3-3E5A56E9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Equation &amp; Transformation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9AE571E-3B56-AC3C-BA17-328B7B306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447778"/>
            <a:ext cx="3881028" cy="383872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Radial diffusivity equation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Logarithmic coordinate transform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Simplifies operator to a constant-coefficient second derivative in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Sylinder 8">
                <a:extLst>
                  <a:ext uri="{FF2B5EF4-FFF2-40B4-BE49-F238E27FC236}">
                    <a16:creationId xmlns:a16="http://schemas.microsoft.com/office/drawing/2014/main" id="{1E239480-4F14-0718-693C-B87EED430D0D}"/>
                  </a:ext>
                </a:extLst>
              </p:cNvPr>
              <p:cNvSpPr txBox="1"/>
              <p:nvPr/>
            </p:nvSpPr>
            <p:spPr>
              <a:xfrm>
                <a:off x="6049518" y="2384473"/>
                <a:ext cx="4218432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kstSylinder 8">
                <a:extLst>
                  <a:ext uri="{FF2B5EF4-FFF2-40B4-BE49-F238E27FC236}">
                    <a16:creationId xmlns:a16="http://schemas.microsoft.com/office/drawing/2014/main" id="{1E239480-4F14-0718-693C-B87EED430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518" y="2384473"/>
                <a:ext cx="4218432" cy="5442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EC0FDC70-1B79-0869-0E63-12D31765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Sylinder 3">
                <a:extLst>
                  <a:ext uri="{FF2B5EF4-FFF2-40B4-BE49-F238E27FC236}">
                    <a16:creationId xmlns:a16="http://schemas.microsoft.com/office/drawing/2014/main" id="{8DD1AC82-6D62-BE1B-C798-5FBF1328FDCC}"/>
                  </a:ext>
                </a:extLst>
              </p:cNvPr>
              <p:cNvSpPr txBox="1"/>
              <p:nvPr/>
            </p:nvSpPr>
            <p:spPr>
              <a:xfrm>
                <a:off x="7272045" y="3056351"/>
                <a:ext cx="1212511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kstSylinder 3">
                <a:extLst>
                  <a:ext uri="{FF2B5EF4-FFF2-40B4-BE49-F238E27FC236}">
                    <a16:creationId xmlns:a16="http://schemas.microsoft.com/office/drawing/2014/main" id="{8DD1AC82-6D62-BE1B-C798-5FBF1328F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045" y="3056351"/>
                <a:ext cx="1212511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Bilde 12">
            <a:extLst>
              <a:ext uri="{FF2B5EF4-FFF2-40B4-BE49-F238E27FC236}">
                <a16:creationId xmlns:a16="http://schemas.microsoft.com/office/drawing/2014/main" id="{7F52620C-209C-2412-D2B1-B62535EF1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026" y="3760421"/>
            <a:ext cx="4220164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19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4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E823B58-600A-52A6-6D9C-79AFFB5A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US" sz="4000"/>
              <a:t>Ex 1: Steady State Solution</a:t>
            </a:r>
          </a:p>
        </p:txBody>
      </p:sp>
      <p:cxnSp>
        <p:nvCxnSpPr>
          <p:cNvPr id="2053" name="Straight Connector 2056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6A96428-590A-6F52-75F3-84BC33291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1204" y="2800089"/>
                <a:ext cx="4414294" cy="296604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/>
                  <a:t>Analytical solution for steady-state pressure </a:t>
                </a:r>
                <a:br>
                  <a:rPr lang="en-US" sz="1700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𝑖𝑛𝑖𝑡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sz="1600"/>
                      <m:t>α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700" b="0" dirty="0"/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/>
                  <a:t>Lazy vs not-so-lazy BC at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sz="1700" dirty="0"/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/>
                  <a:t>Lazy: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𝑜𝑟𝑑𝑒𝑟</m:t>
                        </m:r>
                      </m:e>
                    </m:d>
                  </m:oMath>
                </a14:m>
                <a:endParaRPr lang="en-US" sz="1700" dirty="0"/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/>
                  <a:t>Not-so-lazy:	Ghost extrapolation (second order)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/>
                  <a:t>Truncation and boundary errors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6A96428-590A-6F52-75F3-84BC33291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1204" y="2800089"/>
                <a:ext cx="4414294" cy="2966043"/>
              </a:xfrm>
              <a:blipFill>
                <a:blip r:embed="rId3"/>
                <a:stretch>
                  <a:fillRect l="-552" t="-411" b="-2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Åpne bilde">
            <a:extLst>
              <a:ext uri="{FF2B5EF4-FFF2-40B4-BE49-F238E27FC236}">
                <a16:creationId xmlns:a16="http://schemas.microsoft.com/office/drawing/2014/main" id="{50475574-C39F-3655-1F7C-5C1C15519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142999"/>
            <a:ext cx="5864959" cy="287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DCA0B3C-A22B-7C7B-4153-A50104B4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6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49414F2-4320-ADC5-4D38-C4EBCD5D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US" sz="4000"/>
              <a:t>Steady State Error Behavior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1A0FDF6-E251-13F8-C18D-FDDB669F1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232" y="3204755"/>
                <a:ext cx="4147804" cy="2966043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Lazy BC -&gt;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O</m:t>
                    </m:r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l-GR"/>
                      <m:t>Δ</m:t>
                    </m:r>
                    <m:r>
                      <m:rPr>
                        <m:nor/>
                      </m:rPr>
                      <a:rPr lang="en-US"/>
                      <m:t>y</m:t>
                    </m:r>
                    <m:r>
                      <m:rPr>
                        <m:nor/>
                      </m:rPr>
                      <a:rPr lang="en-US"/>
                      <m:t>)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Not-so-lazy BC -&gt;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O</m:t>
                    </m:r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l-GR"/>
                      <m:t>Δ</m:t>
                    </m:r>
                    <m:r>
                      <m:rPr>
                        <m:nor/>
                      </m:rPr>
                      <a:rPr lang="en-US"/>
                      <m:t>y</m:t>
                    </m:r>
                    <m:r>
                      <m:rPr>
                        <m:nor/>
                      </m:rPr>
                      <a:rPr lang="en-US" b="0" i="0" smtClean="0"/>
                      <m:t>^2</m:t>
                    </m:r>
                    <m:r>
                      <m:rPr>
                        <m:nor/>
                      </m:rPr>
                      <a:rPr lang="en-US"/>
                      <m:t>)</m:t>
                    </m:r>
                  </m:oMath>
                </a14:m>
                <a:r>
                  <a:rPr lang="en-US" dirty="0"/>
                  <a:t> (and exact for linear solution)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Convergence verified manually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1A0FDF6-E251-13F8-C18D-FDDB669F1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232" y="3204755"/>
                <a:ext cx="4147804" cy="2966043"/>
              </a:xfrm>
              <a:blipFill>
                <a:blip r:embed="rId3"/>
                <a:stretch>
                  <a:fillRect l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de 5">
            <a:extLst>
              <a:ext uri="{FF2B5EF4-FFF2-40B4-BE49-F238E27FC236}">
                <a16:creationId xmlns:a16="http://schemas.microsoft.com/office/drawing/2014/main" id="{8D46CF7C-3528-D1AF-18A5-1BE1C76A7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3000"/>
            <a:ext cx="5492377" cy="4091820"/>
          </a:xfrm>
          <a:prstGeom prst="rect">
            <a:avLst/>
          </a:prstGeom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166E94C-65B7-A186-842C-A4148A48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8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2D29BF9-F861-778F-CCD4-CD4A15E2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US" sz="4000"/>
              <a:t>Ex 2: Implicit Transient Solver</a:t>
            </a:r>
          </a:p>
        </p:txBody>
      </p:sp>
      <p:cxnSp>
        <p:nvCxnSpPr>
          <p:cNvPr id="3088" name="Straight Connector 3087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EC9CA087-4D37-2090-B196-A4229F8C6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4098" y="2800089"/>
                <a:ext cx="4147804" cy="2966043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Fully implicit time stepping of diffusivity equation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Discretization gives tridiagonal system per timestep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Matrix structure of N = 4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Advantages: Stable for large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Δ</m:t>
                    </m:r>
                    <m:r>
                      <m:rPr>
                        <m:nor/>
                      </m:rPr>
                      <a:rPr lang="en-US" b="0" i="0" smtClean="0"/>
                      <m:t>t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EC9CA087-4D37-2090-B196-A4229F8C6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4098" y="2800089"/>
                <a:ext cx="4147804" cy="2966043"/>
              </a:xfrm>
              <a:blipFill>
                <a:blip r:embed="rId3"/>
                <a:stretch>
                  <a:fillRect l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Åpne bilde">
            <a:extLst>
              <a:ext uri="{FF2B5EF4-FFF2-40B4-BE49-F238E27FC236}">
                <a16:creationId xmlns:a16="http://schemas.microsoft.com/office/drawing/2014/main" id="{93EE8E10-0C51-5ADF-CC90-1B973B0D5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8818" y="297941"/>
            <a:ext cx="6166666" cy="487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4BEEC2E-70DD-0878-C74D-83573BF7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3078" name="Picture 6" descr="Åpne bilde">
            <a:extLst>
              <a:ext uri="{FF2B5EF4-FFF2-40B4-BE49-F238E27FC236}">
                <a16:creationId xmlns:a16="http://schemas.microsoft.com/office/drawing/2014/main" id="{11BB4904-D049-B246-60AE-033BB6DEB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76" y="5256213"/>
            <a:ext cx="47053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80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45BE1F-157A-31CD-E5D8-2E3F9B80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Transient Solver Code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911C0F7-BC3D-9625-E565-6C4C49F7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Åpne bilde">
            <a:extLst>
              <a:ext uri="{FF2B5EF4-FFF2-40B4-BE49-F238E27FC236}">
                <a16:creationId xmlns:a16="http://schemas.microsoft.com/office/drawing/2014/main" id="{5389500D-9BCF-6277-DC8D-C3FEC64BCB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9168" y="1953759"/>
            <a:ext cx="5953664" cy="443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DC026F-444B-46C9-BCBE-329183BF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D0EA80A-F881-BD97-D3ED-F8F18BB5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10270671" cy="1188720"/>
          </a:xfrm>
        </p:spPr>
        <p:txBody>
          <a:bodyPr>
            <a:normAutofit/>
          </a:bodyPr>
          <a:lstStyle/>
          <a:p>
            <a:r>
              <a:rPr lang="en-US" sz="4000"/>
              <a:t>Ex 3: Comparison to Line-Source Solution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5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1EED449-8CBD-615D-EECB-A63C71E40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84" y="2593181"/>
            <a:ext cx="4868347" cy="36933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Numerical vs analytical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Discretization effect at early times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Excellent match at intermediate times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Boundary effects at late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Increasing N improves early/intermediate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Increasing grid resolution improves accuracy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AFCAA087-FEED-785C-4707-7E324CFC63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" r="-2" b="-2"/>
          <a:stretch>
            <a:fillRect/>
          </a:stretch>
        </p:blipFill>
        <p:spPr>
          <a:xfrm>
            <a:off x="6705600" y="2657475"/>
            <a:ext cx="5486401" cy="4200526"/>
          </a:xfrm>
          <a:prstGeom prst="rect">
            <a:avLst/>
          </a:prstGeom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955AF24-D136-E3A4-CEBE-8F6C2E1D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47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5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3DC3E9E-F546-CA37-11F9-3DF75412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3" y="1091868"/>
            <a:ext cx="5077479" cy="2042160"/>
          </a:xfrm>
        </p:spPr>
        <p:txBody>
          <a:bodyPr>
            <a:normAutofit/>
          </a:bodyPr>
          <a:lstStyle/>
          <a:p>
            <a:r>
              <a:rPr lang="en-US" sz="4000"/>
              <a:t>Solver Performance &amp; Scaling</a:t>
            </a:r>
          </a:p>
        </p:txBody>
      </p:sp>
      <p:cxnSp>
        <p:nvCxnSpPr>
          <p:cNvPr id="3084" name="Straight Connector 3087">
            <a:extLst>
              <a:ext uri="{FF2B5EF4-FFF2-40B4-BE49-F238E27FC236}">
                <a16:creationId xmlns:a16="http://schemas.microsoft.com/office/drawing/2014/main" id="{E55FB8EA-5471-4074-88CA-98AA3AD98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2112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9E11A0-C1F7-7276-A7AF-811CEB7E9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975768" cy="302870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Solvers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Dense (NumPy) -&gt; Cubic scaling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Sparse (SciPy) -&gt; Better at mid range 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Thomas algorithm -&gt; Linear scaling, best overall</a:t>
            </a:r>
          </a:p>
        </p:txBody>
      </p:sp>
      <p:pic>
        <p:nvPicPr>
          <p:cNvPr id="3074" name="Picture 2" descr="Et bilde som inneholder tekst, Plottdiagram, line, diagram&#10;&#10;KI-generert innhold kan være feil.">
            <a:extLst>
              <a:ext uri="{FF2B5EF4-FFF2-40B4-BE49-F238E27FC236}">
                <a16:creationId xmlns:a16="http://schemas.microsoft.com/office/drawing/2014/main" id="{B227A7A2-18E7-57A8-8434-314F48D5A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6678"/>
          <a:stretch>
            <a:fillRect/>
          </a:stretch>
        </p:blipFill>
        <p:spPr bwMode="auto">
          <a:xfrm>
            <a:off x="6462903" y="1143000"/>
            <a:ext cx="4538402" cy="286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t bilde som inneholder line, tekst, Plottdiagram, diagram&#10;&#10;KI-generert innhold kan være feil.">
            <a:extLst>
              <a:ext uri="{FF2B5EF4-FFF2-40B4-BE49-F238E27FC236}">
                <a16:creationId xmlns:a16="http://schemas.microsoft.com/office/drawing/2014/main" id="{09F7510B-29AB-DDC6-6A8D-59B79099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93243" y="4572000"/>
            <a:ext cx="4792414" cy="125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D5F19FA-BE47-83C7-236E-05401B74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7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3A9562-A2F1-8455-CF0D-AB48A2C9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US" sz="4000"/>
              <a:t>Ex 4: Well Test Matching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820E8BD-A70D-FF97-71EC-E8420CF7B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232" y="3204755"/>
                <a:ext cx="4147804" cy="2966043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Observed well pressure data loaded from well_bhp.dat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Conversion to SI units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Scatter plot of well pressure vs time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Deriving 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820E8BD-A70D-FF97-71EC-E8420CF7B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232" y="3204755"/>
                <a:ext cx="4147804" cy="2966043"/>
              </a:xfrm>
              <a:blipFill>
                <a:blip r:embed="rId3"/>
                <a:stretch>
                  <a:fillRect l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de 5">
            <a:extLst>
              <a:ext uri="{FF2B5EF4-FFF2-40B4-BE49-F238E27FC236}">
                <a16:creationId xmlns:a16="http://schemas.microsoft.com/office/drawing/2014/main" id="{3A6E0F8B-DCF1-29DE-0E67-E03578188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358" y="1143000"/>
            <a:ext cx="6043020" cy="3973286"/>
          </a:xfrm>
          <a:prstGeom prst="rect">
            <a:avLst/>
          </a:prstGeom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F787A50-22FD-92B0-D736-943543F8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3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E9A423D-C6E8-4AA7-148E-DDE8AD29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US" sz="3700"/>
              <a:t>Matching Numerical Model to </a:t>
            </a:r>
            <a:br>
              <a:rPr lang="en-US" sz="3700"/>
            </a:br>
            <a:r>
              <a:rPr lang="en-US" sz="3700"/>
              <a:t>Field Data</a:t>
            </a:r>
          </a:p>
        </p:txBody>
      </p:sp>
      <p:cxnSp>
        <p:nvCxnSpPr>
          <p:cNvPr id="24" name="Straight Connector 14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2A31376E-97D2-9162-19AC-81CD245583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232" y="3204755"/>
                <a:ext cx="4147804" cy="296604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Parameter fitting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sz="1400" b="0" dirty="0"/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Curve fit between measured data, numerical well pressure and Theis solution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Interpretation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Early/intermediate match: Infinite acting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Late plateau time: Boundary reached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Line source keeps declining (no boundary)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2A31376E-97D2-9162-19AC-81CD24558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232" y="3204755"/>
                <a:ext cx="4147804" cy="2966043"/>
              </a:xfrm>
              <a:blipFill>
                <a:blip r:embed="rId3"/>
                <a:stretch>
                  <a:fillRect l="-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de 7">
            <a:extLst>
              <a:ext uri="{FF2B5EF4-FFF2-40B4-BE49-F238E27FC236}">
                <a16:creationId xmlns:a16="http://schemas.microsoft.com/office/drawing/2014/main" id="{29A5AF6C-A065-4E82-07B9-D70384603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53" y="1360714"/>
            <a:ext cx="6388529" cy="4136571"/>
          </a:xfrm>
          <a:prstGeom prst="rect">
            <a:avLst/>
          </a:prstGeom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9D04EAA-8DD9-DFEE-45B7-866C1F66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9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tel 1">
                <a:extLst>
                  <a:ext uri="{FF2B5EF4-FFF2-40B4-BE49-F238E27FC236}">
                    <a16:creationId xmlns:a16="http://schemas.microsoft.com/office/drawing/2014/main" id="{272153E3-71B5-041E-5918-3521166DC3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Reservoir Volume from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tel 1">
                <a:extLst>
                  <a:ext uri="{FF2B5EF4-FFF2-40B4-BE49-F238E27FC236}">
                    <a16:creationId xmlns:a16="http://schemas.microsoft.com/office/drawing/2014/main" id="{272153E3-71B5-041E-5918-3521166DC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20" t="-17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6691E7BA-2774-3953-B20A-662BEBB37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/>
                      <m:t>ϕπ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Based fitting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Assumes homogenous porosity and water saturation = 1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6691E7BA-2774-3953-B20A-662BEBB37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8074787-6BFA-FF56-7EE4-71FB88D3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13</a:t>
            </a:fld>
            <a:endParaRPr lang="en-US"/>
          </a:p>
        </p:txBody>
      </p:sp>
      <p:pic>
        <p:nvPicPr>
          <p:cNvPr id="8" name="Bilde 7" descr="Et bilde som inneholder tekst, Font, skjermbilde, line&#10;&#10;KI-generert innhold kan være feil.">
            <a:extLst>
              <a:ext uri="{FF2B5EF4-FFF2-40B4-BE49-F238E27FC236}">
                <a16:creationId xmlns:a16="http://schemas.microsoft.com/office/drawing/2014/main" id="{61C0DF18-791B-E6E8-630F-96032B5D4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464" y="4805218"/>
            <a:ext cx="4374107" cy="76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4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DF8F0E6-4646-CDD4-5186-B64E2ED6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Limitations and Alternatives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2FED978-BB31-D90F-C17D-7F9CB3709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Assumptions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Homogenous reservoir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 skin or wellbore storage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Fully implicit (1</a:t>
            </a:r>
            <a:r>
              <a:rPr lang="en-US" baseline="30000" dirty="0"/>
              <a:t>st</a:t>
            </a:r>
            <a:r>
              <a:rPr lang="en-US" dirty="0"/>
              <a:t> order time)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Alternatives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Higher order BC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 factored sparse solver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complex boundary condition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AF6AF99-C47A-99CA-B676-6EE6B77D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23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30AC80F-8E82-48C9-A5FA-56D476389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28E83F2-C52C-A5F5-8EA9-D72671E6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7280"/>
            <a:ext cx="9285336" cy="1965657"/>
          </a:xfrm>
        </p:spPr>
        <p:txBody>
          <a:bodyPr>
            <a:normAutofit/>
          </a:bodyPr>
          <a:lstStyle/>
          <a:p>
            <a:r>
              <a:rPr lang="en-US" sz="6000"/>
              <a:t>Conclusions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2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BF25084-9013-E796-0C0D-5F6A4AB1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195" y="2529477"/>
            <a:ext cx="10399095" cy="298567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Analytical solution and numerical solution are consistent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Boundary conditions control global accuracy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Implicit scheme is stable and flexible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Solver performance matches theoretical scaling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Well test data  fitted successfully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Reservoir volume estimated from fitted parameters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3781DD3-4A58-F989-9EAB-E6D79FFF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8037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8a213d2-8f6c-400d-9e74-4e8b475316c6}" enabled="0" method="" siteId="{f8a213d2-8f6c-400d-9e74-4e8b475316c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1916</Words>
  <Application>Microsoft Office PowerPoint</Application>
  <PresentationFormat>Widescreen</PresentationFormat>
  <Paragraphs>354</Paragraphs>
  <Slides>15</Slides>
  <Notes>14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15</vt:i4>
      </vt:variant>
    </vt:vector>
  </HeadingPairs>
  <TitlesOfParts>
    <vt:vector size="20" baseType="lpstr">
      <vt:lpstr>Aptos</vt:lpstr>
      <vt:lpstr>Arial</vt:lpstr>
      <vt:lpstr>Cambria Math</vt:lpstr>
      <vt:lpstr>Neue Haas Grotesk Text Pro</vt:lpstr>
      <vt:lpstr>BjornVTI</vt:lpstr>
      <vt:lpstr>Project 2 - Can you hear a reservoir?</vt:lpstr>
      <vt:lpstr>Agenda</vt:lpstr>
      <vt:lpstr>Introduction</vt:lpstr>
      <vt:lpstr>Governing Equation &amp; Transformation</vt:lpstr>
      <vt:lpstr>Ex 1: Steady State Solution</vt:lpstr>
      <vt:lpstr>Steady State Error Behavior</vt:lpstr>
      <vt:lpstr>Ex 2: Implicit Transient Solver</vt:lpstr>
      <vt:lpstr>Implicit Transient Solver Code</vt:lpstr>
      <vt:lpstr>Ex 3: Comparison to Line-Source Solution</vt:lpstr>
      <vt:lpstr>Solver Performance &amp; Scaling</vt:lpstr>
      <vt:lpstr>Ex 4: Well Test Matching</vt:lpstr>
      <vt:lpstr>Matching Numerical Model to  Field Data</vt:lpstr>
      <vt:lpstr>Reservoir Volume from Fitted r_e</vt:lpstr>
      <vt:lpstr>Project Limitations and Alternatives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Torgrim Odde</dc:creator>
  <cp:lastModifiedBy>Torgrim Odde</cp:lastModifiedBy>
  <cp:revision>1</cp:revision>
  <dcterms:created xsi:type="dcterms:W3CDTF">2025-10-12T13:08:04Z</dcterms:created>
  <dcterms:modified xsi:type="dcterms:W3CDTF">2025-10-23T10:10:27Z</dcterms:modified>
</cp:coreProperties>
</file>